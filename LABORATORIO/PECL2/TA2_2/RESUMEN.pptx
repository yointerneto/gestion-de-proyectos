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2" r:id="rId11"/>
    <p:sldId id="269" r:id="rId12"/>
    <p:sldId id="270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682CF5-8A15-4AC4-A9A5-FAB73C8BC15B}" v="65" dt="2020-05-04T11:12:42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gonzalez martinez" userId="8484171de3c12e77" providerId="LiveId" clId="{AF682CF5-8A15-4AC4-A9A5-FAB73C8BC15B}"/>
    <pc:docChg chg="undo redo custSel mod addSld delSld modSld modMainMaster">
      <pc:chgData name="alberto gonzalez martinez" userId="8484171de3c12e77" providerId="LiveId" clId="{AF682CF5-8A15-4AC4-A9A5-FAB73C8BC15B}" dt="2020-05-04T11:21:27.254" v="3416" actId="2696"/>
      <pc:docMkLst>
        <pc:docMk/>
      </pc:docMkLst>
      <pc:sldChg chg="modSp add">
        <pc:chgData name="alberto gonzalez martinez" userId="8484171de3c12e77" providerId="LiveId" clId="{AF682CF5-8A15-4AC4-A9A5-FAB73C8BC15B}" dt="2020-05-04T10:04:10.957" v="120" actId="20577"/>
        <pc:sldMkLst>
          <pc:docMk/>
          <pc:sldMk cId="4072032734" sldId="256"/>
        </pc:sldMkLst>
        <pc:spChg chg="mod">
          <ac:chgData name="alberto gonzalez martinez" userId="8484171de3c12e77" providerId="LiveId" clId="{AF682CF5-8A15-4AC4-A9A5-FAB73C8BC15B}" dt="2020-05-04T10:04:10.957" v="120" actId="20577"/>
          <ac:spMkLst>
            <pc:docMk/>
            <pc:sldMk cId="4072032734" sldId="256"/>
            <ac:spMk id="2" creationId="{4AAFAD9A-08B2-43FA-8E18-6DC8D5535933}"/>
          </ac:spMkLst>
        </pc:spChg>
        <pc:spChg chg="mod">
          <ac:chgData name="alberto gonzalez martinez" userId="8484171de3c12e77" providerId="LiveId" clId="{AF682CF5-8A15-4AC4-A9A5-FAB73C8BC15B}" dt="2020-05-04T10:03:18.117" v="91" actId="20577"/>
          <ac:spMkLst>
            <pc:docMk/>
            <pc:sldMk cId="4072032734" sldId="256"/>
            <ac:spMk id="3" creationId="{3110F9BA-EB0F-4F6F-A52E-D8AB8E75DED7}"/>
          </ac:spMkLst>
        </pc:spChg>
      </pc:sldChg>
      <pc:sldChg chg="addSp delSp modSp add mod setBg setClrOvrMap delDesignElem">
        <pc:chgData name="alberto gonzalez martinez" userId="8484171de3c12e77" providerId="LiveId" clId="{AF682CF5-8A15-4AC4-A9A5-FAB73C8BC15B}" dt="2020-05-04T11:12:23.745" v="2703"/>
        <pc:sldMkLst>
          <pc:docMk/>
          <pc:sldMk cId="707637120" sldId="257"/>
        </pc:sldMkLst>
        <pc:spChg chg="mod">
          <ac:chgData name="alberto gonzalez martinez" userId="8484171de3c12e77" providerId="LiveId" clId="{AF682CF5-8A15-4AC4-A9A5-FAB73C8BC15B}" dt="2020-05-04T11:11:36.973" v="2696" actId="26606"/>
          <ac:spMkLst>
            <pc:docMk/>
            <pc:sldMk cId="707637120" sldId="257"/>
            <ac:spMk id="2" creationId="{C65A3609-15A0-449E-B6EB-6E87E75448B8}"/>
          </ac:spMkLst>
        </pc:spChg>
        <pc:spChg chg="mod">
          <ac:chgData name="alberto gonzalez martinez" userId="8484171de3c12e77" providerId="LiveId" clId="{AF682CF5-8A15-4AC4-A9A5-FAB73C8BC15B}" dt="2020-05-04T11:11:36.973" v="2696" actId="26606"/>
          <ac:spMkLst>
            <pc:docMk/>
            <pc:sldMk cId="707637120" sldId="257"/>
            <ac:spMk id="3" creationId="{F460AF49-B9C9-44C0-8FDE-DF00FE63EB29}"/>
          </ac:spMkLst>
        </pc:spChg>
        <pc:spChg chg="add del">
          <ac:chgData name="alberto gonzalez martinez" userId="8484171de3c12e77" providerId="LiveId" clId="{AF682CF5-8A15-4AC4-A9A5-FAB73C8BC15B}" dt="2020-05-04T11:11:46.754" v="2701"/>
          <ac:spMkLst>
            <pc:docMk/>
            <pc:sldMk cId="707637120" sldId="257"/>
            <ac:spMk id="8" creationId="{5DB0431E-0B04-44A1-9C51-531E28D18A60}"/>
          </ac:spMkLst>
        </pc:spChg>
        <pc:spChg chg="add del">
          <ac:chgData name="alberto gonzalez martinez" userId="8484171de3c12e77" providerId="LiveId" clId="{AF682CF5-8A15-4AC4-A9A5-FAB73C8BC15B}" dt="2020-05-04T11:11:46.754" v="2701"/>
          <ac:spMkLst>
            <pc:docMk/>
            <pc:sldMk cId="707637120" sldId="257"/>
            <ac:spMk id="10" creationId="{6B424749-EEE0-49C9-9ABF-97B171A3EA00}"/>
          </ac:spMkLst>
        </pc:spChg>
      </pc:sldChg>
      <pc:sldChg chg="addSp delSp modSp add mod setBg setClrOvrMap delDesignElem">
        <pc:chgData name="alberto gonzalez martinez" userId="8484171de3c12e77" providerId="LiveId" clId="{AF682CF5-8A15-4AC4-A9A5-FAB73C8BC15B}" dt="2020-05-04T11:12:23.745" v="2703"/>
        <pc:sldMkLst>
          <pc:docMk/>
          <pc:sldMk cId="1724803104" sldId="258"/>
        </pc:sldMkLst>
        <pc:spChg chg="mod">
          <ac:chgData name="alberto gonzalez martinez" userId="8484171de3c12e77" providerId="LiveId" clId="{AF682CF5-8A15-4AC4-A9A5-FAB73C8BC15B}" dt="2020-05-04T11:11:33.266" v="2695" actId="26606"/>
          <ac:spMkLst>
            <pc:docMk/>
            <pc:sldMk cId="1724803104" sldId="258"/>
            <ac:spMk id="2" creationId="{4749117B-D36C-401C-B67C-9D64A0873210}"/>
          </ac:spMkLst>
        </pc:spChg>
        <pc:spChg chg="mod">
          <ac:chgData name="alberto gonzalez martinez" userId="8484171de3c12e77" providerId="LiveId" clId="{AF682CF5-8A15-4AC4-A9A5-FAB73C8BC15B}" dt="2020-05-04T11:11:33.266" v="2695" actId="26606"/>
          <ac:spMkLst>
            <pc:docMk/>
            <pc:sldMk cId="1724803104" sldId="258"/>
            <ac:spMk id="3" creationId="{C3D12AFB-EC53-4B4C-BE64-5DB3E0CD4C66}"/>
          </ac:spMkLst>
        </pc:spChg>
        <pc:spChg chg="add del">
          <ac:chgData name="alberto gonzalez martinez" userId="8484171de3c12e77" providerId="LiveId" clId="{AF682CF5-8A15-4AC4-A9A5-FAB73C8BC15B}" dt="2020-05-04T11:11:46.754" v="2701"/>
          <ac:spMkLst>
            <pc:docMk/>
            <pc:sldMk cId="1724803104" sldId="258"/>
            <ac:spMk id="8" creationId="{5DB0431E-0B04-44A1-9C51-531E28D18A60}"/>
          </ac:spMkLst>
        </pc:spChg>
        <pc:spChg chg="add del">
          <ac:chgData name="alberto gonzalez martinez" userId="8484171de3c12e77" providerId="LiveId" clId="{AF682CF5-8A15-4AC4-A9A5-FAB73C8BC15B}" dt="2020-05-04T11:11:46.754" v="2701"/>
          <ac:spMkLst>
            <pc:docMk/>
            <pc:sldMk cId="1724803104" sldId="258"/>
            <ac:spMk id="10" creationId="{6B424749-EEE0-49C9-9ABF-97B171A3EA00}"/>
          </ac:spMkLst>
        </pc:spChg>
      </pc:sldChg>
      <pc:sldChg chg="addSp modSp add">
        <pc:chgData name="alberto gonzalez martinez" userId="8484171de3c12e77" providerId="LiveId" clId="{AF682CF5-8A15-4AC4-A9A5-FAB73C8BC15B}" dt="2020-05-04T10:20:34.959" v="1063" actId="20577"/>
        <pc:sldMkLst>
          <pc:docMk/>
          <pc:sldMk cId="251617974" sldId="259"/>
        </pc:sldMkLst>
        <pc:spChg chg="mod">
          <ac:chgData name="alberto gonzalez martinez" userId="8484171de3c12e77" providerId="LiveId" clId="{AF682CF5-8A15-4AC4-A9A5-FAB73C8BC15B}" dt="2020-05-04T10:06:28.032" v="288" actId="20577"/>
          <ac:spMkLst>
            <pc:docMk/>
            <pc:sldMk cId="251617974" sldId="259"/>
            <ac:spMk id="2" creationId="{CC27EE1F-CDA7-41C5-A029-3082E00E55A7}"/>
          </ac:spMkLst>
        </pc:spChg>
        <pc:spChg chg="mod">
          <ac:chgData name="alberto gonzalez martinez" userId="8484171de3c12e77" providerId="LiveId" clId="{AF682CF5-8A15-4AC4-A9A5-FAB73C8BC15B}" dt="2020-05-04T10:20:27.427" v="1057" actId="1076"/>
          <ac:spMkLst>
            <pc:docMk/>
            <pc:sldMk cId="251617974" sldId="259"/>
            <ac:spMk id="3" creationId="{3855B4F6-48A9-4CE0-93FD-E2D7B28FDABB}"/>
          </ac:spMkLst>
        </pc:spChg>
        <pc:spChg chg="add mod">
          <ac:chgData name="alberto gonzalez martinez" userId="8484171de3c12e77" providerId="LiveId" clId="{AF682CF5-8A15-4AC4-A9A5-FAB73C8BC15B}" dt="2020-05-04T10:20:19.434" v="1056" actId="122"/>
          <ac:spMkLst>
            <pc:docMk/>
            <pc:sldMk cId="251617974" sldId="259"/>
            <ac:spMk id="8" creationId="{793039B5-94A7-4C09-8630-EFB3CBF280A9}"/>
          </ac:spMkLst>
        </pc:spChg>
        <pc:spChg chg="add mod">
          <ac:chgData name="alberto gonzalez martinez" userId="8484171de3c12e77" providerId="LiveId" clId="{AF682CF5-8A15-4AC4-A9A5-FAB73C8BC15B}" dt="2020-05-04T10:20:34.959" v="1063" actId="20577"/>
          <ac:spMkLst>
            <pc:docMk/>
            <pc:sldMk cId="251617974" sldId="259"/>
            <ac:spMk id="9" creationId="{AD9FE11B-1F33-4330-A69E-F256042D61BA}"/>
          </ac:spMkLst>
        </pc:spChg>
        <pc:picChg chg="add mod">
          <ac:chgData name="alberto gonzalez martinez" userId="8484171de3c12e77" providerId="LiveId" clId="{AF682CF5-8A15-4AC4-A9A5-FAB73C8BC15B}" dt="2020-05-04T10:18:15.220" v="1027" actId="1076"/>
          <ac:picMkLst>
            <pc:docMk/>
            <pc:sldMk cId="251617974" sldId="259"/>
            <ac:picMk id="4" creationId="{D5023510-C49C-4B79-A08D-9DBB53B69C12}"/>
          </ac:picMkLst>
        </pc:picChg>
        <pc:picChg chg="add mod">
          <ac:chgData name="alberto gonzalez martinez" userId="8484171de3c12e77" providerId="LiveId" clId="{AF682CF5-8A15-4AC4-A9A5-FAB73C8BC15B}" dt="2020-05-04T10:18:00.201" v="1026" actId="1076"/>
          <ac:picMkLst>
            <pc:docMk/>
            <pc:sldMk cId="251617974" sldId="259"/>
            <ac:picMk id="5" creationId="{57B97561-6726-47D6-99FE-C162FFE4E544}"/>
          </ac:picMkLst>
        </pc:picChg>
        <pc:picChg chg="add mod">
          <ac:chgData name="alberto gonzalez martinez" userId="8484171de3c12e77" providerId="LiveId" clId="{AF682CF5-8A15-4AC4-A9A5-FAB73C8BC15B}" dt="2020-05-04T10:19:16.022" v="1039" actId="1076"/>
          <ac:picMkLst>
            <pc:docMk/>
            <pc:sldMk cId="251617974" sldId="259"/>
            <ac:picMk id="6" creationId="{4F7D0A3D-F702-439F-A91D-3CB9877173D1}"/>
          </ac:picMkLst>
        </pc:picChg>
        <pc:picChg chg="add mod">
          <ac:chgData name="alberto gonzalez martinez" userId="8484171de3c12e77" providerId="LiveId" clId="{AF682CF5-8A15-4AC4-A9A5-FAB73C8BC15B}" dt="2020-05-04T10:19:32.104" v="1043" actId="14100"/>
          <ac:picMkLst>
            <pc:docMk/>
            <pc:sldMk cId="251617974" sldId="259"/>
            <ac:picMk id="7" creationId="{1F029810-52B9-4B9F-8C97-06C544BCD0A6}"/>
          </ac:picMkLst>
        </pc:picChg>
      </pc:sldChg>
      <pc:sldChg chg="addSp modSp add">
        <pc:chgData name="alberto gonzalez martinez" userId="8484171de3c12e77" providerId="LiveId" clId="{AF682CF5-8A15-4AC4-A9A5-FAB73C8BC15B}" dt="2020-05-04T10:27:05.619" v="1161" actId="20577"/>
        <pc:sldMkLst>
          <pc:docMk/>
          <pc:sldMk cId="2943296150" sldId="260"/>
        </pc:sldMkLst>
        <pc:spChg chg="mod">
          <ac:chgData name="alberto gonzalez martinez" userId="8484171de3c12e77" providerId="LiveId" clId="{AF682CF5-8A15-4AC4-A9A5-FAB73C8BC15B}" dt="2020-05-04T10:06:39.209" v="319" actId="20577"/>
          <ac:spMkLst>
            <pc:docMk/>
            <pc:sldMk cId="2943296150" sldId="260"/>
            <ac:spMk id="2" creationId="{BDE8D4EA-7A24-46F7-B57A-5854E9514524}"/>
          </ac:spMkLst>
        </pc:spChg>
        <pc:spChg chg="mod">
          <ac:chgData name="alberto gonzalez martinez" userId="8484171de3c12e77" providerId="LiveId" clId="{AF682CF5-8A15-4AC4-A9A5-FAB73C8BC15B}" dt="2020-05-04T10:22:28.237" v="1084" actId="20577"/>
          <ac:spMkLst>
            <pc:docMk/>
            <pc:sldMk cId="2943296150" sldId="260"/>
            <ac:spMk id="3" creationId="{852DCEE5-6152-4EC1-B138-396C774DEBCE}"/>
          </ac:spMkLst>
        </pc:spChg>
        <pc:spChg chg="add mod">
          <ac:chgData name="alberto gonzalez martinez" userId="8484171de3c12e77" providerId="LiveId" clId="{AF682CF5-8A15-4AC4-A9A5-FAB73C8BC15B}" dt="2020-05-04T10:25:37.229" v="1135" actId="1076"/>
          <ac:spMkLst>
            <pc:docMk/>
            <pc:sldMk cId="2943296150" sldId="260"/>
            <ac:spMk id="6" creationId="{6E55E78C-D38F-4F54-8B9E-225B6F108296}"/>
          </ac:spMkLst>
        </pc:spChg>
        <pc:spChg chg="add mod">
          <ac:chgData name="alberto gonzalez martinez" userId="8484171de3c12e77" providerId="LiveId" clId="{AF682CF5-8A15-4AC4-A9A5-FAB73C8BC15B}" dt="2020-05-04T10:27:05.619" v="1161" actId="20577"/>
          <ac:spMkLst>
            <pc:docMk/>
            <pc:sldMk cId="2943296150" sldId="260"/>
            <ac:spMk id="7" creationId="{B85E27FD-516B-446B-8395-E8EF288393E5}"/>
          </ac:spMkLst>
        </pc:spChg>
        <pc:picChg chg="add mod">
          <ac:chgData name="alberto gonzalez martinez" userId="8484171de3c12e77" providerId="LiveId" clId="{AF682CF5-8A15-4AC4-A9A5-FAB73C8BC15B}" dt="2020-05-04T10:23:29.160" v="1099" actId="1076"/>
          <ac:picMkLst>
            <pc:docMk/>
            <pc:sldMk cId="2943296150" sldId="260"/>
            <ac:picMk id="4" creationId="{9694A33F-8C11-4CC7-8B52-7E1381FB0DF0}"/>
          </ac:picMkLst>
        </pc:picChg>
        <pc:picChg chg="add mod">
          <ac:chgData name="alberto gonzalez martinez" userId="8484171de3c12e77" providerId="LiveId" clId="{AF682CF5-8A15-4AC4-A9A5-FAB73C8BC15B}" dt="2020-05-04T10:23:32.760" v="1100" actId="1076"/>
          <ac:picMkLst>
            <pc:docMk/>
            <pc:sldMk cId="2943296150" sldId="260"/>
            <ac:picMk id="5" creationId="{E77E2096-9466-4359-99D5-47EDEB85C2A9}"/>
          </ac:picMkLst>
        </pc:picChg>
      </pc:sldChg>
      <pc:sldChg chg="addSp delSp modSp add mod setBg setClrOvrMap delDesignElem">
        <pc:chgData name="alberto gonzalez martinez" userId="8484171de3c12e77" providerId="LiveId" clId="{AF682CF5-8A15-4AC4-A9A5-FAB73C8BC15B}" dt="2020-05-04T11:12:23.745" v="2703"/>
        <pc:sldMkLst>
          <pc:docMk/>
          <pc:sldMk cId="2094162766" sldId="261"/>
        </pc:sldMkLst>
        <pc:spChg chg="mod">
          <ac:chgData name="alberto gonzalez martinez" userId="8484171de3c12e77" providerId="LiveId" clId="{AF682CF5-8A15-4AC4-A9A5-FAB73C8BC15B}" dt="2020-05-04T11:11:05.203" v="2693" actId="26606"/>
          <ac:spMkLst>
            <pc:docMk/>
            <pc:sldMk cId="2094162766" sldId="261"/>
            <ac:spMk id="2" creationId="{883757FD-0F22-449F-B554-28822586400A}"/>
          </ac:spMkLst>
        </pc:spChg>
        <pc:spChg chg="mod">
          <ac:chgData name="alberto gonzalez martinez" userId="8484171de3c12e77" providerId="LiveId" clId="{AF682CF5-8A15-4AC4-A9A5-FAB73C8BC15B}" dt="2020-05-04T11:11:05.203" v="2693" actId="26606"/>
          <ac:spMkLst>
            <pc:docMk/>
            <pc:sldMk cId="2094162766" sldId="261"/>
            <ac:spMk id="3" creationId="{C2B773F0-526B-436D-9AEE-DF4371C11BB0}"/>
          </ac:spMkLst>
        </pc:spChg>
        <pc:spChg chg="add del mod">
          <ac:chgData name="alberto gonzalez martinez" userId="8484171de3c12e77" providerId="LiveId" clId="{AF682CF5-8A15-4AC4-A9A5-FAB73C8BC15B}" dt="2020-05-04T10:54:57.215" v="1834" actId="478"/>
          <ac:spMkLst>
            <pc:docMk/>
            <pc:sldMk cId="2094162766" sldId="261"/>
            <ac:spMk id="5" creationId="{D9ECD408-4DBB-45D2-8D6E-6E31F1F83978}"/>
          </ac:spMkLst>
        </pc:spChg>
        <pc:spChg chg="add del">
          <ac:chgData name="alberto gonzalez martinez" userId="8484171de3c12e77" providerId="LiveId" clId="{AF682CF5-8A15-4AC4-A9A5-FAB73C8BC15B}" dt="2020-05-04T11:11:46.754" v="2701"/>
          <ac:spMkLst>
            <pc:docMk/>
            <pc:sldMk cId="2094162766" sldId="261"/>
            <ac:spMk id="8" creationId="{5DB0431E-0B04-44A1-9C51-531E28D18A60}"/>
          </ac:spMkLst>
        </pc:spChg>
        <pc:spChg chg="add del">
          <ac:chgData name="alberto gonzalez martinez" userId="8484171de3c12e77" providerId="LiveId" clId="{AF682CF5-8A15-4AC4-A9A5-FAB73C8BC15B}" dt="2020-05-04T11:11:46.754" v="2701"/>
          <ac:spMkLst>
            <pc:docMk/>
            <pc:sldMk cId="2094162766" sldId="261"/>
            <ac:spMk id="10" creationId="{6B424749-EEE0-49C9-9ABF-97B171A3EA00}"/>
          </ac:spMkLst>
        </pc:spChg>
        <pc:picChg chg="add del mod">
          <ac:chgData name="alberto gonzalez martinez" userId="8484171de3c12e77" providerId="LiveId" clId="{AF682CF5-8A15-4AC4-A9A5-FAB73C8BC15B}" dt="2020-05-04T10:54:50.945" v="1832"/>
          <ac:picMkLst>
            <pc:docMk/>
            <pc:sldMk cId="2094162766" sldId="261"/>
            <ac:picMk id="4" creationId="{B177D2ED-5F22-483F-8639-D870B7CC8613}"/>
          </ac:picMkLst>
        </pc:picChg>
      </pc:sldChg>
      <pc:sldChg chg="addSp delSp modSp add mod setBg setClrOvrMap delDesignElem">
        <pc:chgData name="alberto gonzalez martinez" userId="8484171de3c12e77" providerId="LiveId" clId="{AF682CF5-8A15-4AC4-A9A5-FAB73C8BC15B}" dt="2020-05-04T11:12:23.745" v="2703"/>
        <pc:sldMkLst>
          <pc:docMk/>
          <pc:sldMk cId="3904603916" sldId="262"/>
        </pc:sldMkLst>
        <pc:spChg chg="mod">
          <ac:chgData name="alberto gonzalez martinez" userId="8484171de3c12e77" providerId="LiveId" clId="{AF682CF5-8A15-4AC4-A9A5-FAB73C8BC15B}" dt="2020-05-04T11:11:14.751" v="2694" actId="26606"/>
          <ac:spMkLst>
            <pc:docMk/>
            <pc:sldMk cId="3904603916" sldId="262"/>
            <ac:spMk id="2" creationId="{1DC7B6FF-E6E0-4296-9280-7C5E1C5AB520}"/>
          </ac:spMkLst>
        </pc:spChg>
        <pc:spChg chg="mod">
          <ac:chgData name="alberto gonzalez martinez" userId="8484171de3c12e77" providerId="LiveId" clId="{AF682CF5-8A15-4AC4-A9A5-FAB73C8BC15B}" dt="2020-05-04T11:11:14.751" v="2694" actId="26606"/>
          <ac:spMkLst>
            <pc:docMk/>
            <pc:sldMk cId="3904603916" sldId="262"/>
            <ac:spMk id="3" creationId="{12136FB2-33E8-47B1-B2C7-814248F22D96}"/>
          </ac:spMkLst>
        </pc:spChg>
        <pc:spChg chg="add del">
          <ac:chgData name="alberto gonzalez martinez" userId="8484171de3c12e77" providerId="LiveId" clId="{AF682CF5-8A15-4AC4-A9A5-FAB73C8BC15B}" dt="2020-05-04T11:11:46.754" v="2701"/>
          <ac:spMkLst>
            <pc:docMk/>
            <pc:sldMk cId="3904603916" sldId="262"/>
            <ac:spMk id="8" creationId="{5DB0431E-0B04-44A1-9C51-531E28D18A60}"/>
          </ac:spMkLst>
        </pc:spChg>
        <pc:spChg chg="add del">
          <ac:chgData name="alberto gonzalez martinez" userId="8484171de3c12e77" providerId="LiveId" clId="{AF682CF5-8A15-4AC4-A9A5-FAB73C8BC15B}" dt="2020-05-04T11:11:46.754" v="2701"/>
          <ac:spMkLst>
            <pc:docMk/>
            <pc:sldMk cId="3904603916" sldId="262"/>
            <ac:spMk id="10" creationId="{6B424749-EEE0-49C9-9ABF-97B171A3EA00}"/>
          </ac:spMkLst>
        </pc:spChg>
        <pc:picChg chg="add del">
          <ac:chgData name="alberto gonzalez martinez" userId="8484171de3c12e77" providerId="LiveId" clId="{AF682CF5-8A15-4AC4-A9A5-FAB73C8BC15B}" dt="2020-05-04T11:00:31.842" v="2105"/>
          <ac:picMkLst>
            <pc:docMk/>
            <pc:sldMk cId="3904603916" sldId="262"/>
            <ac:picMk id="4" creationId="{30ED7BE2-C36A-4C92-87F5-E01DBB17B6C8}"/>
          </ac:picMkLst>
        </pc:picChg>
      </pc:sldChg>
      <pc:sldChg chg="addSp modSp add setBg">
        <pc:chgData name="alberto gonzalez martinez" userId="8484171de3c12e77" providerId="LiveId" clId="{AF682CF5-8A15-4AC4-A9A5-FAB73C8BC15B}" dt="2020-05-04T11:12:36.153" v="2704"/>
        <pc:sldMkLst>
          <pc:docMk/>
          <pc:sldMk cId="540569371" sldId="263"/>
        </pc:sldMkLst>
        <pc:spChg chg="mod">
          <ac:chgData name="alberto gonzalez martinez" userId="8484171de3c12e77" providerId="LiveId" clId="{AF682CF5-8A15-4AC4-A9A5-FAB73C8BC15B}" dt="2020-05-04T10:07:33.675" v="393" actId="20577"/>
          <ac:spMkLst>
            <pc:docMk/>
            <pc:sldMk cId="540569371" sldId="263"/>
            <ac:spMk id="2" creationId="{B1D11E69-CAEB-4185-B481-1FC8638E31E5}"/>
          </ac:spMkLst>
        </pc:spChg>
        <pc:spChg chg="mod">
          <ac:chgData name="alberto gonzalez martinez" userId="8484171de3c12e77" providerId="LiveId" clId="{AF682CF5-8A15-4AC4-A9A5-FAB73C8BC15B}" dt="2020-05-04T11:10:02.915" v="2687" actId="20577"/>
          <ac:spMkLst>
            <pc:docMk/>
            <pc:sldMk cId="540569371" sldId="263"/>
            <ac:spMk id="3" creationId="{1AE949C6-C988-48B2-A7BD-9AF580E8F2B4}"/>
          </ac:spMkLst>
        </pc:spChg>
        <pc:picChg chg="add mod">
          <ac:chgData name="alberto gonzalez martinez" userId="8484171de3c12e77" providerId="LiveId" clId="{AF682CF5-8A15-4AC4-A9A5-FAB73C8BC15B}" dt="2020-05-04T11:10:18.349" v="2692" actId="1076"/>
          <ac:picMkLst>
            <pc:docMk/>
            <pc:sldMk cId="540569371" sldId="263"/>
            <ac:picMk id="4" creationId="{53E31619-03AB-45D1-9B46-94CA65A4B319}"/>
          </ac:picMkLst>
        </pc:picChg>
      </pc:sldChg>
      <pc:sldChg chg="modSp add setBg">
        <pc:chgData name="alberto gonzalez martinez" userId="8484171de3c12e77" providerId="LiveId" clId="{AF682CF5-8A15-4AC4-A9A5-FAB73C8BC15B}" dt="2020-05-04T11:21:01.673" v="3415" actId="20577"/>
        <pc:sldMkLst>
          <pc:docMk/>
          <pc:sldMk cId="427328627" sldId="264"/>
        </pc:sldMkLst>
        <pc:spChg chg="mod">
          <ac:chgData name="alberto gonzalez martinez" userId="8484171de3c12e77" providerId="LiveId" clId="{AF682CF5-8A15-4AC4-A9A5-FAB73C8BC15B}" dt="2020-05-04T10:07:49.816" v="410" actId="20577"/>
          <ac:spMkLst>
            <pc:docMk/>
            <pc:sldMk cId="427328627" sldId="264"/>
            <ac:spMk id="2" creationId="{19ECE5A8-890C-4E1A-9F20-6C0AD3D1CAD8}"/>
          </ac:spMkLst>
        </pc:spChg>
        <pc:spChg chg="mod">
          <ac:chgData name="alberto gonzalez martinez" userId="8484171de3c12e77" providerId="LiveId" clId="{AF682CF5-8A15-4AC4-A9A5-FAB73C8BC15B}" dt="2020-05-04T11:21:01.673" v="3415" actId="20577"/>
          <ac:spMkLst>
            <pc:docMk/>
            <pc:sldMk cId="427328627" sldId="264"/>
            <ac:spMk id="3" creationId="{C5C055F9-35BF-4DC2-97D2-7FD89F4892A0}"/>
          </ac:spMkLst>
        </pc:spChg>
      </pc:sldChg>
      <pc:sldChg chg="add del">
        <pc:chgData name="alberto gonzalez martinez" userId="8484171de3c12e77" providerId="LiveId" clId="{AF682CF5-8A15-4AC4-A9A5-FAB73C8BC15B}" dt="2020-05-04T11:21:27.254" v="3416" actId="2696"/>
        <pc:sldMkLst>
          <pc:docMk/>
          <pc:sldMk cId="658482792" sldId="265"/>
        </pc:sldMkLst>
      </pc:sldChg>
      <pc:sldChg chg="addSp modSp add">
        <pc:chgData name="alberto gonzalez martinez" userId="8484171de3c12e77" providerId="LiveId" clId="{AF682CF5-8A15-4AC4-A9A5-FAB73C8BC15B}" dt="2020-05-04T10:55:15.723" v="1842" actId="113"/>
        <pc:sldMkLst>
          <pc:docMk/>
          <pc:sldMk cId="2095694450" sldId="266"/>
        </pc:sldMkLst>
        <pc:spChg chg="mod">
          <ac:chgData name="alberto gonzalez martinez" userId="8484171de3c12e77" providerId="LiveId" clId="{AF682CF5-8A15-4AC4-A9A5-FAB73C8BC15B}" dt="2020-05-04T10:45:56.250" v="1395" actId="20577"/>
          <ac:spMkLst>
            <pc:docMk/>
            <pc:sldMk cId="2095694450" sldId="266"/>
            <ac:spMk id="2" creationId="{6B3C49DF-9DBF-475F-AB0B-AE5DA66ADC37}"/>
          </ac:spMkLst>
        </pc:spChg>
        <pc:spChg chg="mod">
          <ac:chgData name="alberto gonzalez martinez" userId="8484171de3c12e77" providerId="LiveId" clId="{AF682CF5-8A15-4AC4-A9A5-FAB73C8BC15B}" dt="2020-05-04T10:48:32.998" v="1494" actId="20577"/>
          <ac:spMkLst>
            <pc:docMk/>
            <pc:sldMk cId="2095694450" sldId="266"/>
            <ac:spMk id="3" creationId="{C8803839-0741-467C-BC97-21E8605A9C9B}"/>
          </ac:spMkLst>
        </pc:spChg>
        <pc:spChg chg="add mod">
          <ac:chgData name="alberto gonzalez martinez" userId="8484171de3c12e77" providerId="LiveId" clId="{AF682CF5-8A15-4AC4-A9A5-FAB73C8BC15B}" dt="2020-05-04T10:49:14.974" v="1501" actId="1582"/>
          <ac:spMkLst>
            <pc:docMk/>
            <pc:sldMk cId="2095694450" sldId="266"/>
            <ac:spMk id="5" creationId="{1FBE40D1-9CF3-4C67-A8AD-AD791698639A}"/>
          </ac:spMkLst>
        </pc:spChg>
        <pc:spChg chg="add mod">
          <ac:chgData name="alberto gonzalez martinez" userId="8484171de3c12e77" providerId="LiveId" clId="{AF682CF5-8A15-4AC4-A9A5-FAB73C8BC15B}" dt="2020-05-04T10:55:15.723" v="1842" actId="113"/>
          <ac:spMkLst>
            <pc:docMk/>
            <pc:sldMk cId="2095694450" sldId="266"/>
            <ac:spMk id="7" creationId="{CB82B25E-9CFD-40DA-A66B-8177AECCBBD5}"/>
          </ac:spMkLst>
        </pc:spChg>
        <pc:picChg chg="add mod">
          <ac:chgData name="alberto gonzalez martinez" userId="8484171de3c12e77" providerId="LiveId" clId="{AF682CF5-8A15-4AC4-A9A5-FAB73C8BC15B}" dt="2020-05-04T10:48:51.658" v="1497" actId="1076"/>
          <ac:picMkLst>
            <pc:docMk/>
            <pc:sldMk cId="2095694450" sldId="266"/>
            <ac:picMk id="4" creationId="{F224925A-14FC-432B-857A-8ACFF32FB4F7}"/>
          </ac:picMkLst>
        </pc:picChg>
        <pc:picChg chg="add mod">
          <ac:chgData name="alberto gonzalez martinez" userId="8484171de3c12e77" providerId="LiveId" clId="{AF682CF5-8A15-4AC4-A9A5-FAB73C8BC15B}" dt="2020-05-04T10:54:59.983" v="1835" actId="1076"/>
          <ac:picMkLst>
            <pc:docMk/>
            <pc:sldMk cId="2095694450" sldId="266"/>
            <ac:picMk id="6" creationId="{0AFAF079-7091-47EB-A10E-626C1131C94D}"/>
          </ac:picMkLst>
        </pc:picChg>
        <pc:picChg chg="add mod">
          <ac:chgData name="alberto gonzalez martinez" userId="8484171de3c12e77" providerId="LiveId" clId="{AF682CF5-8A15-4AC4-A9A5-FAB73C8BC15B}" dt="2020-05-04T10:55:04.059" v="1838" actId="1076"/>
          <ac:picMkLst>
            <pc:docMk/>
            <pc:sldMk cId="2095694450" sldId="266"/>
            <ac:picMk id="8" creationId="{BB24DF52-7908-439D-AB30-EE8AB1ABA861}"/>
          </ac:picMkLst>
        </pc:picChg>
      </pc:sldChg>
      <pc:sldChg chg="addSp modSp add">
        <pc:chgData name="alberto gonzalez martinez" userId="8484171de3c12e77" providerId="LiveId" clId="{AF682CF5-8A15-4AC4-A9A5-FAB73C8BC15B}" dt="2020-05-04T10:56:57.874" v="1869" actId="1076"/>
        <pc:sldMkLst>
          <pc:docMk/>
          <pc:sldMk cId="1164719432" sldId="267"/>
        </pc:sldMkLst>
        <pc:spChg chg="mod">
          <ac:chgData name="alberto gonzalez martinez" userId="8484171de3c12e77" providerId="LiveId" clId="{AF682CF5-8A15-4AC4-A9A5-FAB73C8BC15B}" dt="2020-05-04T10:46:01.671" v="1412" actId="20577"/>
          <ac:spMkLst>
            <pc:docMk/>
            <pc:sldMk cId="1164719432" sldId="267"/>
            <ac:spMk id="2" creationId="{50E318E1-F1D7-48A2-83A4-7E01114B1367}"/>
          </ac:spMkLst>
        </pc:spChg>
        <pc:spChg chg="mod">
          <ac:chgData name="alberto gonzalez martinez" userId="8484171de3c12e77" providerId="LiveId" clId="{AF682CF5-8A15-4AC4-A9A5-FAB73C8BC15B}" dt="2020-05-04T10:51:35.847" v="1646" actId="20577"/>
          <ac:spMkLst>
            <pc:docMk/>
            <pc:sldMk cId="1164719432" sldId="267"/>
            <ac:spMk id="3" creationId="{81A5827C-80E0-440C-94E9-C6DE57F2F371}"/>
          </ac:spMkLst>
        </pc:spChg>
        <pc:spChg chg="add mod">
          <ac:chgData name="alberto gonzalez martinez" userId="8484171de3c12e77" providerId="LiveId" clId="{AF682CF5-8A15-4AC4-A9A5-FAB73C8BC15B}" dt="2020-05-04T10:52:54.126" v="1656" actId="1076"/>
          <ac:spMkLst>
            <pc:docMk/>
            <pc:sldMk cId="1164719432" sldId="267"/>
            <ac:spMk id="5" creationId="{060ED816-AACF-4691-B429-FA3E0EC22B19}"/>
          </ac:spMkLst>
        </pc:spChg>
        <pc:spChg chg="add mod">
          <ac:chgData name="alberto gonzalez martinez" userId="8484171de3c12e77" providerId="LiveId" clId="{AF682CF5-8A15-4AC4-A9A5-FAB73C8BC15B}" dt="2020-05-04T10:56:35.719" v="1868" actId="113"/>
          <ac:spMkLst>
            <pc:docMk/>
            <pc:sldMk cId="1164719432" sldId="267"/>
            <ac:spMk id="8" creationId="{E53B68EE-8314-4D28-BD85-C2111B203F57}"/>
          </ac:spMkLst>
        </pc:spChg>
        <pc:picChg chg="add mod">
          <ac:chgData name="alberto gonzalez martinez" userId="8484171de3c12e77" providerId="LiveId" clId="{AF682CF5-8A15-4AC4-A9A5-FAB73C8BC15B}" dt="2020-05-04T10:52:36.262" v="1654" actId="1582"/>
          <ac:picMkLst>
            <pc:docMk/>
            <pc:sldMk cId="1164719432" sldId="267"/>
            <ac:picMk id="4" creationId="{9FA73739-D469-4462-AEBA-CF888C4E9187}"/>
          </ac:picMkLst>
        </pc:picChg>
        <pc:picChg chg="add mod">
          <ac:chgData name="alberto gonzalez martinez" userId="8484171de3c12e77" providerId="LiveId" clId="{AF682CF5-8A15-4AC4-A9A5-FAB73C8BC15B}" dt="2020-05-04T10:55:51.021" v="1845" actId="1076"/>
          <ac:picMkLst>
            <pc:docMk/>
            <pc:sldMk cId="1164719432" sldId="267"/>
            <ac:picMk id="6" creationId="{ABA04EC2-5E51-490A-8592-A702B3C06ACE}"/>
          </ac:picMkLst>
        </pc:picChg>
        <pc:picChg chg="add mod">
          <ac:chgData name="alberto gonzalez martinez" userId="8484171de3c12e77" providerId="LiveId" clId="{AF682CF5-8A15-4AC4-A9A5-FAB73C8BC15B}" dt="2020-05-04T10:56:57.874" v="1869" actId="1076"/>
          <ac:picMkLst>
            <pc:docMk/>
            <pc:sldMk cId="1164719432" sldId="267"/>
            <ac:picMk id="7" creationId="{946AFBBA-D2C3-491E-A750-C69D5D59CD8B}"/>
          </ac:picMkLst>
        </pc:picChg>
      </pc:sldChg>
      <pc:sldChg chg="addSp modSp add">
        <pc:chgData name="alberto gonzalez martinez" userId="8484171de3c12e77" providerId="LiveId" clId="{AF682CF5-8A15-4AC4-A9A5-FAB73C8BC15B}" dt="2020-05-04T10:58:34.321" v="2070" actId="1076"/>
        <pc:sldMkLst>
          <pc:docMk/>
          <pc:sldMk cId="2344109198" sldId="268"/>
        </pc:sldMkLst>
        <pc:spChg chg="mod">
          <ac:chgData name="alberto gonzalez martinez" userId="8484171de3c12e77" providerId="LiveId" clId="{AF682CF5-8A15-4AC4-A9A5-FAB73C8BC15B}" dt="2020-05-04T10:57:23.173" v="1892" actId="20577"/>
          <ac:spMkLst>
            <pc:docMk/>
            <pc:sldMk cId="2344109198" sldId="268"/>
            <ac:spMk id="2" creationId="{D59DA65A-58CA-4B4C-9319-D5E5F331C634}"/>
          </ac:spMkLst>
        </pc:spChg>
        <pc:spChg chg="mod">
          <ac:chgData name="alberto gonzalez martinez" userId="8484171de3c12e77" providerId="LiveId" clId="{AF682CF5-8A15-4AC4-A9A5-FAB73C8BC15B}" dt="2020-05-04T10:58:25.669" v="2065" actId="20577"/>
          <ac:spMkLst>
            <pc:docMk/>
            <pc:sldMk cId="2344109198" sldId="268"/>
            <ac:spMk id="3" creationId="{0E05E315-26CB-4795-80AA-C3CF0E817DAF}"/>
          </ac:spMkLst>
        </pc:spChg>
        <pc:picChg chg="add mod">
          <ac:chgData name="alberto gonzalez martinez" userId="8484171de3c12e77" providerId="LiveId" clId="{AF682CF5-8A15-4AC4-A9A5-FAB73C8BC15B}" dt="2020-05-04T10:58:34.321" v="2070" actId="1076"/>
          <ac:picMkLst>
            <pc:docMk/>
            <pc:sldMk cId="2344109198" sldId="268"/>
            <ac:picMk id="4" creationId="{7310771A-DAEA-41F3-A1D7-E996996084C4}"/>
          </ac:picMkLst>
        </pc:picChg>
      </pc:sldChg>
      <pc:sldChg chg="addSp modSp add">
        <pc:chgData name="alberto gonzalez martinez" userId="8484171de3c12e77" providerId="LiveId" clId="{AF682CF5-8A15-4AC4-A9A5-FAB73C8BC15B}" dt="2020-05-04T11:08:08.623" v="2488" actId="1076"/>
        <pc:sldMkLst>
          <pc:docMk/>
          <pc:sldMk cId="1972617830" sldId="269"/>
        </pc:sldMkLst>
        <pc:spChg chg="mod">
          <ac:chgData name="alberto gonzalez martinez" userId="8484171de3c12e77" providerId="LiveId" clId="{AF682CF5-8A15-4AC4-A9A5-FAB73C8BC15B}" dt="2020-05-04T11:03:20.165" v="2350" actId="20577"/>
          <ac:spMkLst>
            <pc:docMk/>
            <pc:sldMk cId="1972617830" sldId="269"/>
            <ac:spMk id="2" creationId="{FFC0D20E-6D50-43B6-A955-21510EE4128B}"/>
          </ac:spMkLst>
        </pc:spChg>
        <pc:spChg chg="mod">
          <ac:chgData name="alberto gonzalez martinez" userId="8484171de3c12e77" providerId="LiveId" clId="{AF682CF5-8A15-4AC4-A9A5-FAB73C8BC15B}" dt="2020-05-04T11:07:52.781" v="2483" actId="20577"/>
          <ac:spMkLst>
            <pc:docMk/>
            <pc:sldMk cId="1972617830" sldId="269"/>
            <ac:spMk id="3" creationId="{F52E93A5-5E73-41E3-A172-16C95894ADA0}"/>
          </ac:spMkLst>
        </pc:spChg>
        <pc:picChg chg="add mod">
          <ac:chgData name="alberto gonzalez martinez" userId="8484171de3c12e77" providerId="LiveId" clId="{AF682CF5-8A15-4AC4-A9A5-FAB73C8BC15B}" dt="2020-05-04T11:08:08.623" v="2488" actId="1076"/>
          <ac:picMkLst>
            <pc:docMk/>
            <pc:sldMk cId="1972617830" sldId="269"/>
            <ac:picMk id="4" creationId="{2356354B-25FC-4875-8697-E72BE7F2F553}"/>
          </ac:picMkLst>
        </pc:picChg>
      </pc:sldChg>
      <pc:sldChg chg="addSp modSp add">
        <pc:chgData name="alberto gonzalez martinez" userId="8484171de3c12e77" providerId="LiveId" clId="{AF682CF5-8A15-4AC4-A9A5-FAB73C8BC15B}" dt="2020-05-04T11:08:49.189" v="2529" actId="1076"/>
        <pc:sldMkLst>
          <pc:docMk/>
          <pc:sldMk cId="521915542" sldId="270"/>
        </pc:sldMkLst>
        <pc:spChg chg="mod">
          <ac:chgData name="alberto gonzalez martinez" userId="8484171de3c12e77" providerId="LiveId" clId="{AF682CF5-8A15-4AC4-A9A5-FAB73C8BC15B}" dt="2020-05-04T11:03:25.688" v="2367" actId="20577"/>
          <ac:spMkLst>
            <pc:docMk/>
            <pc:sldMk cId="521915542" sldId="270"/>
            <ac:spMk id="2" creationId="{C8EA6434-83B5-409A-80D3-3EF5FC0B457C}"/>
          </ac:spMkLst>
        </pc:spChg>
        <pc:spChg chg="mod">
          <ac:chgData name="alberto gonzalez martinez" userId="8484171de3c12e77" providerId="LiveId" clId="{AF682CF5-8A15-4AC4-A9A5-FAB73C8BC15B}" dt="2020-05-04T11:08:30.584" v="2524" actId="20577"/>
          <ac:spMkLst>
            <pc:docMk/>
            <pc:sldMk cId="521915542" sldId="270"/>
            <ac:spMk id="3" creationId="{C9E34885-DB0A-42C3-979D-4694C7AE6489}"/>
          </ac:spMkLst>
        </pc:spChg>
        <pc:picChg chg="add mod">
          <ac:chgData name="alberto gonzalez martinez" userId="8484171de3c12e77" providerId="LiveId" clId="{AF682CF5-8A15-4AC4-A9A5-FAB73C8BC15B}" dt="2020-05-04T11:08:49.189" v="2529" actId="1076"/>
          <ac:picMkLst>
            <pc:docMk/>
            <pc:sldMk cId="521915542" sldId="270"/>
            <ac:picMk id="4" creationId="{84141234-5219-477A-A42C-0F4BA096CB93}"/>
          </ac:picMkLst>
        </pc:picChg>
      </pc:sldChg>
      <pc:sldMasterChg chg="setBg modSldLayout">
        <pc:chgData name="alberto gonzalez martinez" userId="8484171de3c12e77" providerId="LiveId" clId="{AF682CF5-8A15-4AC4-A9A5-FAB73C8BC15B}" dt="2020-05-04T11:12:23.745" v="2703"/>
        <pc:sldMasterMkLst>
          <pc:docMk/>
          <pc:sldMasterMk cId="1347222955" sldId="2147483660"/>
        </pc:sldMasterMkLst>
        <pc:sldLayoutChg chg="setBg">
          <pc:chgData name="alberto gonzalez martinez" userId="8484171de3c12e77" providerId="LiveId" clId="{AF682CF5-8A15-4AC4-A9A5-FAB73C8BC15B}" dt="2020-05-04T11:12:23.745" v="2703"/>
          <pc:sldLayoutMkLst>
            <pc:docMk/>
            <pc:sldMasterMk cId="1347222955" sldId="2147483660"/>
            <pc:sldLayoutMk cId="235256877" sldId="214748366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25645BE-C2C3-49B5-AA15-9C81C8D4BDB5}" type="datetimeFigureOut">
              <a:rPr lang="es-ES" smtClean="0"/>
              <a:t>04/05/2020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2E0ABAC-11CE-4029-97AD-E0E8050C4F82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5256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5BE-C2C3-49B5-AA15-9C81C8D4BDB5}" type="datetimeFigureOut">
              <a:rPr lang="es-ES" smtClean="0"/>
              <a:t>04/05/2020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0ABAC-11CE-4029-97AD-E0E8050C4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901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5BE-C2C3-49B5-AA15-9C81C8D4BDB5}" type="datetimeFigureOut">
              <a:rPr lang="es-ES" smtClean="0"/>
              <a:t>04/05/2020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0ABAC-11CE-4029-97AD-E0E8050C4F82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16928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5BE-C2C3-49B5-AA15-9C81C8D4BDB5}" type="datetimeFigureOut">
              <a:rPr lang="es-ES" smtClean="0"/>
              <a:t>04/05/2020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0ABAC-11CE-4029-97AD-E0E8050C4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3664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5BE-C2C3-49B5-AA15-9C81C8D4BDB5}" type="datetimeFigureOut">
              <a:rPr lang="es-ES" smtClean="0"/>
              <a:t>04/05/2020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0ABAC-11CE-4029-97AD-E0E8050C4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322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5BE-C2C3-49B5-AA15-9C81C8D4BDB5}" type="datetimeFigureOut">
              <a:rPr lang="es-ES" smtClean="0"/>
              <a:t>04/05/2020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0ABAC-11CE-4029-97AD-E0E8050C4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559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5BE-C2C3-49B5-AA15-9C81C8D4BDB5}" type="datetimeFigureOut">
              <a:rPr lang="es-ES" smtClean="0"/>
              <a:t>04/05/2020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0ABAC-11CE-4029-97AD-E0E8050C4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4704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5BE-C2C3-49B5-AA15-9C81C8D4BDB5}" type="datetimeFigureOut">
              <a:rPr lang="es-ES" smtClean="0"/>
              <a:t>04/05/2020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0ABAC-11CE-4029-97AD-E0E8050C4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0383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5BE-C2C3-49B5-AA15-9C81C8D4BDB5}" type="datetimeFigureOut">
              <a:rPr lang="es-ES" smtClean="0"/>
              <a:t>04/05/2020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0ABAC-11CE-4029-97AD-E0E8050C4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0735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5BE-C2C3-49B5-AA15-9C81C8D4BDB5}" type="datetimeFigureOut">
              <a:rPr lang="es-ES" smtClean="0"/>
              <a:t>04/05/2020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0ABAC-11CE-4029-97AD-E0E8050C4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8845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5BE-C2C3-49B5-AA15-9C81C8D4BDB5}" type="datetimeFigureOut">
              <a:rPr lang="es-ES" smtClean="0"/>
              <a:t>04/05/2020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0ABAC-11CE-4029-97AD-E0E8050C4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333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25645BE-C2C3-49B5-AA15-9C81C8D4BDB5}" type="datetimeFigureOut">
              <a:rPr lang="es-ES" smtClean="0"/>
              <a:t>04/05/2020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12E0ABAC-11CE-4029-97AD-E0E8050C4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7222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AFAD9A-08B2-43FA-8E18-6DC8D5535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2784348"/>
          </a:xfrm>
        </p:spPr>
        <p:txBody>
          <a:bodyPr/>
          <a:lstStyle/>
          <a:p>
            <a:r>
              <a:rPr lang="es-ES" dirty="0"/>
              <a:t>TA2_2</a:t>
            </a:r>
            <a:br>
              <a:rPr lang="es-ES" dirty="0"/>
            </a:br>
            <a:r>
              <a:rPr lang="es-ES" sz="4000" dirty="0"/>
              <a:t>TPT: TRANSPORTE PARA TODOS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10F9BA-EB0F-4F6F-A52E-D8AB8E75DE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Alberto González Martínez</a:t>
            </a:r>
          </a:p>
          <a:p>
            <a:r>
              <a:rPr lang="es-ES" dirty="0"/>
              <a:t>Javier Martín Gómez</a:t>
            </a:r>
          </a:p>
          <a:p>
            <a:r>
              <a:rPr lang="es-ES" dirty="0"/>
              <a:t>Mario Adán Herrero</a:t>
            </a:r>
          </a:p>
        </p:txBody>
      </p:sp>
    </p:spTree>
    <p:extLst>
      <p:ext uri="{BB962C8B-B14F-4D97-AF65-F5344CB8AC3E}">
        <p14:creationId xmlns:p14="http://schemas.microsoft.com/office/powerpoint/2010/main" val="407203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5A3609-15A0-449E-B6EB-6E87E7544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1. Descripción del procedimiento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60AF49-B9C9-44C0-8FDE-DF00FE63E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En esta parte de la práctica se va a realizar lo siguiente:</a:t>
            </a:r>
          </a:p>
          <a:p>
            <a:pPr marL="0" indent="0">
              <a:buNone/>
            </a:pPr>
            <a:r>
              <a:rPr lang="es-ES" dirty="0"/>
              <a:t>	- Puntos de función sin ajustar</a:t>
            </a:r>
          </a:p>
          <a:p>
            <a:pPr marL="0" indent="0">
              <a:buNone/>
            </a:pPr>
            <a:r>
              <a:rPr lang="es-ES" dirty="0"/>
              <a:t>	- Puntos de función ajustados</a:t>
            </a:r>
          </a:p>
          <a:p>
            <a:pPr marL="0" indent="0">
              <a:buNone/>
            </a:pPr>
            <a:r>
              <a:rPr lang="es-ES" dirty="0"/>
              <a:t>	- </a:t>
            </a:r>
            <a:r>
              <a:rPr lang="es-ES" dirty="0" err="1"/>
              <a:t>Backfiring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- COCOMO I/II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07637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9117B-D36C-401C-B67C-9D64A0873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2. Puntos de función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D12AFB-EC53-4B4C-BE64-5DB3E0CD4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Para esta parte se hallarán los siguientes datos:</a:t>
            </a:r>
          </a:p>
          <a:p>
            <a:pPr marL="0" indent="0">
              <a:buNone/>
            </a:pPr>
            <a:r>
              <a:rPr lang="es-ES" dirty="0"/>
              <a:t>	- Puntos de función sin ajustar:</a:t>
            </a:r>
          </a:p>
          <a:p>
            <a:pPr marL="0" indent="0">
              <a:buNone/>
            </a:pPr>
            <a:r>
              <a:rPr lang="es-ES" dirty="0"/>
              <a:t> 		* Aplicación</a:t>
            </a:r>
          </a:p>
          <a:p>
            <a:pPr marL="0" indent="0">
              <a:buNone/>
            </a:pPr>
            <a:r>
              <a:rPr lang="es-ES" dirty="0"/>
              <a:t>		* Base de datos</a:t>
            </a:r>
          </a:p>
          <a:p>
            <a:pPr marL="0" indent="0">
              <a:buNone/>
            </a:pPr>
            <a:r>
              <a:rPr lang="es-ES" dirty="0"/>
              <a:t>	- Puntos de función ajustados:</a:t>
            </a:r>
          </a:p>
          <a:p>
            <a:pPr marL="0" indent="0">
              <a:buNone/>
            </a:pPr>
            <a:r>
              <a:rPr lang="es-ES" dirty="0"/>
              <a:t>		* Aplicación</a:t>
            </a:r>
          </a:p>
          <a:p>
            <a:pPr marL="0" indent="0">
              <a:buNone/>
            </a:pPr>
            <a:r>
              <a:rPr lang="es-ES" dirty="0"/>
              <a:t>		* Base de datos</a:t>
            </a:r>
          </a:p>
        </p:txBody>
      </p:sp>
    </p:spTree>
    <p:extLst>
      <p:ext uri="{BB962C8B-B14F-4D97-AF65-F5344CB8AC3E}">
        <p14:creationId xmlns:p14="http://schemas.microsoft.com/office/powerpoint/2010/main" val="17248031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27EE1F-CDA7-41C5-A029-3082E00E5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2.1 Puntos de función sin ajustar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55B4F6-48A9-4CE0-93FD-E2D7B28FD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769598"/>
            <a:ext cx="8595360" cy="4351337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           </a:t>
            </a:r>
            <a:r>
              <a:rPr lang="es-ES" u="sng" dirty="0"/>
              <a:t>Aplicación</a:t>
            </a:r>
            <a:r>
              <a:rPr lang="es-ES" dirty="0"/>
              <a:t>                                                              </a:t>
            </a:r>
            <a:r>
              <a:rPr lang="es-ES" u="sng" dirty="0"/>
              <a:t>Base de datos</a:t>
            </a:r>
          </a:p>
          <a:p>
            <a:pPr marL="0" indent="0">
              <a:buNone/>
            </a:pPr>
            <a:endParaRPr lang="es-ES" u="sng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u="sng" dirty="0"/>
          </a:p>
          <a:p>
            <a:pPr marL="0" indent="0">
              <a:buNone/>
            </a:pPr>
            <a:endParaRPr lang="es-ES" u="sng" dirty="0"/>
          </a:p>
          <a:p>
            <a:pPr marL="0" indent="0">
              <a:buNone/>
            </a:pPr>
            <a:endParaRPr lang="es-ES" u="sng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5023510-C49C-4B79-A08D-9DBB53B69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17" y="2422366"/>
            <a:ext cx="4539365" cy="15821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7B97561-6726-47D6-99FE-C162FFE4E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075" y="2422366"/>
            <a:ext cx="4138612" cy="119369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F7D0A3D-F702-439F-A91D-3CB987717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17" y="4209625"/>
            <a:ext cx="4539365" cy="128116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F029810-52B9-4B9F-8C97-06C544BCD0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075" y="4209625"/>
            <a:ext cx="4138612" cy="128116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93039B5-94A7-4C09-8630-EFB3CBF280A9}"/>
              </a:ext>
            </a:extLst>
          </p:cNvPr>
          <p:cNvSpPr txBox="1"/>
          <p:nvPr/>
        </p:nvSpPr>
        <p:spPr>
          <a:xfrm>
            <a:off x="1372999" y="5711216"/>
            <a:ext cx="3124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PF = 57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9FE11B-1F33-4330-A69E-F256042D61BA}"/>
              </a:ext>
            </a:extLst>
          </p:cNvPr>
          <p:cNvSpPr txBox="1"/>
          <p:nvPr/>
        </p:nvSpPr>
        <p:spPr>
          <a:xfrm>
            <a:off x="6822281" y="5703357"/>
            <a:ext cx="3124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PF = 70</a:t>
            </a:r>
          </a:p>
        </p:txBody>
      </p:sp>
    </p:spTree>
    <p:extLst>
      <p:ext uri="{BB962C8B-B14F-4D97-AF65-F5344CB8AC3E}">
        <p14:creationId xmlns:p14="http://schemas.microsoft.com/office/powerpoint/2010/main" val="251617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E8D4EA-7A24-46F7-B57A-5854E9514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2.2 Puntos de función ajustados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2DCEE5-6152-4EC1-B138-396C774DE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              </a:t>
            </a:r>
            <a:r>
              <a:rPr lang="es-ES" u="sng" dirty="0"/>
              <a:t>Aplicación</a:t>
            </a:r>
            <a:r>
              <a:rPr lang="es-ES" dirty="0"/>
              <a:t>                                                              </a:t>
            </a:r>
            <a:r>
              <a:rPr lang="es-ES" u="sng" dirty="0"/>
              <a:t>Base de datos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694A33F-8C11-4CC7-8B52-7E1381FB0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2228644"/>
            <a:ext cx="3662299" cy="257294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77E2096-9466-4359-99D5-47EDEB85C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586" y="2228644"/>
            <a:ext cx="3662299" cy="256464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E55E78C-D38F-4F54-8B9E-225B6F108296}"/>
              </a:ext>
            </a:extLst>
          </p:cNvPr>
          <p:cNvSpPr txBox="1"/>
          <p:nvPr/>
        </p:nvSpPr>
        <p:spPr>
          <a:xfrm>
            <a:off x="1410144" y="5045690"/>
            <a:ext cx="336575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PFA = PFSA * [0.65+(0.01*ACT)]</a:t>
            </a:r>
          </a:p>
          <a:p>
            <a:r>
              <a:rPr lang="es-ES" sz="1400" dirty="0"/>
              <a:t>PFA = 57 * [0.65+0.01*33] = 55.86</a:t>
            </a:r>
          </a:p>
          <a:p>
            <a:endParaRPr lang="es-ES" sz="1400" dirty="0"/>
          </a:p>
          <a:p>
            <a:pPr algn="ctr"/>
            <a:r>
              <a:rPr lang="es-ES" sz="1400" dirty="0"/>
              <a:t>PFA = 56</a:t>
            </a:r>
          </a:p>
          <a:p>
            <a:endParaRPr lang="es-ES" sz="1400" dirty="0"/>
          </a:p>
          <a:p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85E27FD-516B-446B-8395-E8EF288393E5}"/>
              </a:ext>
            </a:extLst>
          </p:cNvPr>
          <p:cNvSpPr txBox="1"/>
          <p:nvPr/>
        </p:nvSpPr>
        <p:spPr>
          <a:xfrm>
            <a:off x="6680858" y="5044556"/>
            <a:ext cx="336575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PFA = PFSA * [0.65+(0.01*ACT)]</a:t>
            </a:r>
          </a:p>
          <a:p>
            <a:r>
              <a:rPr lang="es-ES" sz="1400" dirty="0"/>
              <a:t>PFA = 70 * [0.65+0.01*35] = 69,3</a:t>
            </a:r>
          </a:p>
          <a:p>
            <a:endParaRPr lang="es-ES" sz="1400" dirty="0"/>
          </a:p>
          <a:p>
            <a:pPr algn="ctr"/>
            <a:r>
              <a:rPr lang="es-ES" sz="1400" dirty="0"/>
              <a:t>PFA = 69</a:t>
            </a:r>
          </a:p>
          <a:p>
            <a:endParaRPr lang="es-ES" sz="1400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43296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3757FD-0F22-449F-B554-288225864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</a:t>
            </a:r>
            <a:r>
              <a:rPr lang="es-ES" dirty="0" err="1"/>
              <a:t>Backfiring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B773F0-526B-436D-9AEE-DF4371C11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s-ES" dirty="0"/>
            </a:br>
            <a:r>
              <a:rPr lang="es-ES" dirty="0"/>
              <a:t>Se empleará el método </a:t>
            </a:r>
            <a:r>
              <a:rPr lang="es-ES" dirty="0" err="1"/>
              <a:t>backfiring</a:t>
            </a:r>
            <a:r>
              <a:rPr lang="es-ES" dirty="0"/>
              <a:t> para determinar los siguientes datos:</a:t>
            </a:r>
          </a:p>
          <a:p>
            <a:pPr marL="0" indent="0">
              <a:buNone/>
            </a:pPr>
            <a:r>
              <a:rPr lang="es-ES" dirty="0"/>
              <a:t>	- Aplicación</a:t>
            </a:r>
          </a:p>
          <a:p>
            <a:pPr marL="0" indent="0">
              <a:buNone/>
            </a:pPr>
            <a:r>
              <a:rPr lang="es-ES" dirty="0"/>
              <a:t>		*Duración estimada </a:t>
            </a:r>
          </a:p>
          <a:p>
            <a:pPr marL="0" indent="0">
              <a:buNone/>
            </a:pPr>
            <a:r>
              <a:rPr lang="es-ES" dirty="0"/>
              <a:t>		*Líneas de código</a:t>
            </a:r>
          </a:p>
          <a:p>
            <a:pPr marL="0" indent="0">
              <a:buNone/>
            </a:pPr>
            <a:r>
              <a:rPr lang="es-ES" dirty="0"/>
              <a:t>	- Base de datos </a:t>
            </a:r>
          </a:p>
          <a:p>
            <a:pPr marL="0" indent="0">
              <a:buNone/>
            </a:pPr>
            <a:r>
              <a:rPr lang="es-ES" dirty="0"/>
              <a:t>		*Duración estimada </a:t>
            </a:r>
          </a:p>
          <a:p>
            <a:pPr marL="0" indent="0">
              <a:buNone/>
            </a:pPr>
            <a:r>
              <a:rPr lang="es-ES" dirty="0"/>
              <a:t>		*Líneas de código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941627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3C49DF-9DBF-475F-AB0B-AE5DA66AD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3.1 Aplicación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803839-0741-467C-BC97-21E8605A9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La aplicación será codificada en JavaScript y CSS, lenguajes 3GL: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224925A-14FC-432B-857A-8ACFF32FB4F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172" y="2704147"/>
            <a:ext cx="5400040" cy="144970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FBE40D1-9CF3-4C67-A8AD-AD791698639A}"/>
              </a:ext>
            </a:extLst>
          </p:cNvPr>
          <p:cNvSpPr/>
          <p:nvPr/>
        </p:nvSpPr>
        <p:spPr>
          <a:xfrm>
            <a:off x="3533775" y="3428999"/>
            <a:ext cx="5162550" cy="2857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AFAF079-7091-47EB-A10E-626C1131C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064" y="5232274"/>
            <a:ext cx="4058216" cy="72400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B82B25E-9CFD-40DA-A66B-8177AECCBBD5}"/>
              </a:ext>
            </a:extLst>
          </p:cNvPr>
          <p:cNvSpPr txBox="1"/>
          <p:nvPr/>
        </p:nvSpPr>
        <p:spPr>
          <a:xfrm>
            <a:off x="5763490" y="5281193"/>
            <a:ext cx="43503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Como tenemos 4 programadores y con una estimación de 5,5h diarias el proyecto durará: 1680H / (5,5H*4) = </a:t>
            </a:r>
            <a:r>
              <a:rPr lang="es-ES" sz="1400" b="1" dirty="0"/>
              <a:t>76,4 días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B24DF52-7908-439D-AB30-EE8AB1ABA8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5188" y="4174461"/>
            <a:ext cx="5271200" cy="63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694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E318E1-F1D7-48A2-83A4-7E01114B1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3.2 Base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A5827C-80E0-440C-94E9-C6DE57F2F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La base de datos utilizará SQL, que es un lenguaje 4GL: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FA73739-D469-4462-AEBA-CF888C4E918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172" y="2704147"/>
            <a:ext cx="5400040" cy="144970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60ED816-AACF-4691-B429-FA3E0EC22B19}"/>
              </a:ext>
            </a:extLst>
          </p:cNvPr>
          <p:cNvSpPr/>
          <p:nvPr/>
        </p:nvSpPr>
        <p:spPr>
          <a:xfrm>
            <a:off x="3531679" y="3721026"/>
            <a:ext cx="5153025" cy="2857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BA04EC2-5E51-490A-8592-A702B3C06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1679" y="4207431"/>
            <a:ext cx="5271200" cy="6397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46AFBBA-D2C3-491E-A750-C69D5D59C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5281193"/>
            <a:ext cx="3886742" cy="70494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53B68EE-8314-4D28-BD85-C2111B203F57}"/>
              </a:ext>
            </a:extLst>
          </p:cNvPr>
          <p:cNvSpPr txBox="1"/>
          <p:nvPr/>
        </p:nvSpPr>
        <p:spPr>
          <a:xfrm>
            <a:off x="5763490" y="5281193"/>
            <a:ext cx="43503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Como tenemos 4 programadores y con una estimación de 5,5h diarias el proyecto durará: 350H / (5,5H*4) = </a:t>
            </a:r>
            <a:r>
              <a:rPr lang="es-ES" sz="1400" b="1" dirty="0"/>
              <a:t>15,9 días</a:t>
            </a:r>
          </a:p>
        </p:txBody>
      </p:sp>
    </p:spTree>
    <p:extLst>
      <p:ext uri="{BB962C8B-B14F-4D97-AF65-F5344CB8AC3E}">
        <p14:creationId xmlns:p14="http://schemas.microsoft.com/office/powerpoint/2010/main" val="1164719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DA65A-58CA-4B4C-9319-D5E5F331C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3.3 Estimación final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05E315-26CB-4795-80AA-C3CF0E817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Una vez calculadas las líneas de código de la base de datos y la aplicación, tenemos una estimación inicial: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310771A-DAEA-41F3-A1D7-E99699608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388" y="3595254"/>
            <a:ext cx="7534327" cy="117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109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C7B6FF-E6E0-4296-9280-7C5E1C5A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4. COCOMO I/II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136FB2-33E8-47B1-B2C7-814248F22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Con la técnica COCOMO, podremos hallar una estimación más cercana de </a:t>
            </a:r>
            <a:r>
              <a:rPr lang="es-ES" dirty="0" err="1"/>
              <a:t>de</a:t>
            </a:r>
            <a:r>
              <a:rPr lang="es-ES" dirty="0"/>
              <a:t> los datos de:</a:t>
            </a:r>
          </a:p>
          <a:p>
            <a:pPr marL="0" indent="0">
              <a:buNone/>
            </a:pPr>
            <a:r>
              <a:rPr lang="es-ES" dirty="0"/>
              <a:t>	- Aplicación</a:t>
            </a:r>
          </a:p>
          <a:p>
            <a:pPr marL="0" indent="0">
              <a:buNone/>
            </a:pPr>
            <a:r>
              <a:rPr lang="es-ES" dirty="0"/>
              <a:t>		* Esfuerzo</a:t>
            </a:r>
          </a:p>
          <a:p>
            <a:pPr marL="0" indent="0">
              <a:buNone/>
            </a:pPr>
            <a:r>
              <a:rPr lang="es-ES" dirty="0"/>
              <a:t>		* Duración</a:t>
            </a:r>
          </a:p>
          <a:p>
            <a:pPr marL="0" indent="0">
              <a:buNone/>
            </a:pPr>
            <a:r>
              <a:rPr lang="es-ES" dirty="0"/>
              <a:t>		* Personal medio y productividad</a:t>
            </a:r>
          </a:p>
          <a:p>
            <a:pPr marL="0" indent="0">
              <a:buNone/>
            </a:pPr>
            <a:r>
              <a:rPr lang="es-ES" dirty="0"/>
              <a:t>	- Base de datos</a:t>
            </a:r>
          </a:p>
          <a:p>
            <a:pPr marL="0" indent="0">
              <a:buNone/>
            </a:pPr>
            <a:r>
              <a:rPr lang="es-ES" dirty="0"/>
              <a:t>		* Esfuerzo</a:t>
            </a:r>
          </a:p>
          <a:p>
            <a:pPr marL="0" indent="0">
              <a:buNone/>
            </a:pPr>
            <a:r>
              <a:rPr lang="es-ES" dirty="0"/>
              <a:t>		* Duración</a:t>
            </a:r>
          </a:p>
          <a:p>
            <a:pPr marL="0" indent="0">
              <a:buNone/>
            </a:pPr>
            <a:r>
              <a:rPr lang="es-ES" dirty="0"/>
              <a:t>		* Personal medio y productividad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046039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0D20E-6D50-43B6-A955-21510EE4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4.1 Aplicación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2E93A5-5E73-41E3-A172-16C95894A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A continuación, se muestra la tabla de cálculo de la estimación de la aplicación: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356354B-25FC-4875-8697-E72BE7F2F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720" y="3429000"/>
            <a:ext cx="9045663" cy="159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617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EA6434-83B5-409A-80D3-3EF5FC0B4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4.2 Base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E34885-DB0A-42C3-979D-4694C7AE6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A continuación, se muestra la tabla de cálculo de la estimación de la base de datos: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4141234-5219-477A-A42C-0F4BA096C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184" y="3324142"/>
            <a:ext cx="9270735" cy="169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915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D11E69-CAEB-4185-B481-1FC8638E3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Esfuerzo y estimación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E949C6-C988-48B2-A7BD-9AF580E8F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La siguiente tabla resume todos los datos calculados anteriormente, en donde vemos puntos de función, LOC, esfuerzo…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3E31619-03AB-45D1-9B46-94CA65A4B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22" y="3429000"/>
            <a:ext cx="10327660" cy="74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5693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CE5A8-890C-4E1A-9F20-6C0AD3D1C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6. 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C055F9-35BF-4DC2-97D2-7FD89F489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Finalmente, podemos concluir:</a:t>
            </a:r>
          </a:p>
          <a:p>
            <a:pPr marL="360363" indent="-360363">
              <a:buNone/>
            </a:pPr>
            <a:r>
              <a:rPr lang="es-ES" dirty="0"/>
              <a:t>		- La estimación de la duración del proyecto, respecto a la primera 	entrega es menor lo que se debe a la gran experiencia de nuestros 	programadores.</a:t>
            </a:r>
          </a:p>
          <a:p>
            <a:pPr marL="0" indent="0">
              <a:buNone/>
            </a:pPr>
            <a:r>
              <a:rPr lang="es-ES" dirty="0"/>
              <a:t>	- PF </a:t>
            </a:r>
            <a:r>
              <a:rPr lang="es-ES" dirty="0">
                <a:sym typeface="Wingdings" panose="05000000000000000000" pitchFamily="2" charset="2"/>
              </a:rPr>
              <a:t> Aplicación 57; Base de datos 70 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- PFA </a:t>
            </a:r>
            <a:r>
              <a:rPr lang="es-ES" dirty="0">
                <a:sym typeface="Wingdings" panose="05000000000000000000" pitchFamily="2" charset="2"/>
              </a:rPr>
              <a:t> Aplicación 56; Base de datos 69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- </a:t>
            </a:r>
            <a:r>
              <a:rPr lang="es-ES" dirty="0" err="1"/>
              <a:t>Backfiring</a:t>
            </a:r>
            <a:r>
              <a:rPr lang="es-ES" dirty="0"/>
              <a:t> </a:t>
            </a:r>
            <a:r>
              <a:rPr lang="es-ES" dirty="0">
                <a:sym typeface="Wingdings" panose="05000000000000000000" pitchFamily="2" charset="2"/>
              </a:rPr>
              <a:t> Líneas código 14.000; Duración 92,3 días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- COCOMO </a:t>
            </a:r>
            <a:r>
              <a:rPr lang="es-ES" dirty="0">
                <a:sym typeface="Wingdings" panose="05000000000000000000" pitchFamily="2" charset="2"/>
              </a:rPr>
              <a:t> Duración 6,9 meses; 2,06 hombres/mes;             			           Productividad 1096,72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273286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Vista">
  <a:themeElements>
    <a:clrScheme name="Vista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sta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sta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322</Words>
  <Application>Microsoft Office PowerPoint</Application>
  <PresentationFormat>Panorámica</PresentationFormat>
  <Paragraphs>84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Century Schoolbook</vt:lpstr>
      <vt:lpstr>Wingdings 2</vt:lpstr>
      <vt:lpstr>Vista</vt:lpstr>
      <vt:lpstr>TA2_2 TPT: TRANSPORTE PARA TODOS</vt:lpstr>
      <vt:lpstr>1. Descripción del procedimiento</vt:lpstr>
      <vt:lpstr>2. Puntos de función</vt:lpstr>
      <vt:lpstr>2.1 Puntos de función sin ajustar</vt:lpstr>
      <vt:lpstr>2.2 Puntos de función ajustados</vt:lpstr>
      <vt:lpstr>3. Backfiring</vt:lpstr>
      <vt:lpstr>3.1 Aplicación</vt:lpstr>
      <vt:lpstr>3.2 Base de datos</vt:lpstr>
      <vt:lpstr>3.3 Estimación final</vt:lpstr>
      <vt:lpstr>4. COCOMO I/II</vt:lpstr>
      <vt:lpstr>4.1 Aplicación</vt:lpstr>
      <vt:lpstr>4.2 Base de datos</vt:lpstr>
      <vt:lpstr>5. Esfuerzo y estimación del proyecto</vt:lpstr>
      <vt:lpstr>6. 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TA2_2 TPT: TRANSPORTE PARA TODOS</dc:title>
  <dc:creator>alberto gonzalez martinez</dc:creator>
  <cp:lastModifiedBy>alberto gonzalez martinez</cp:lastModifiedBy>
  <cp:revision>1</cp:revision>
  <dcterms:created xsi:type="dcterms:W3CDTF">2020-05-04T11:11:36Z</dcterms:created>
  <dcterms:modified xsi:type="dcterms:W3CDTF">2020-05-04T11:21:31Z</dcterms:modified>
</cp:coreProperties>
</file>