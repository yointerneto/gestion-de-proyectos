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73" r:id="rId5"/>
    <p:sldId id="258" r:id="rId6"/>
    <p:sldId id="275" r:id="rId7"/>
    <p:sldId id="276" r:id="rId8"/>
    <p:sldId id="259" r:id="rId9"/>
    <p:sldId id="277" r:id="rId10"/>
    <p:sldId id="260" r:id="rId11"/>
    <p:sldId id="261" r:id="rId12"/>
    <p:sldId id="262" r:id="rId13"/>
    <p:sldId id="278" r:id="rId14"/>
    <p:sldId id="279" r:id="rId15"/>
    <p:sldId id="263" r:id="rId16"/>
    <p:sldId id="264" r:id="rId17"/>
    <p:sldId id="280" r:id="rId18"/>
    <p:sldId id="265" r:id="rId19"/>
    <p:sldId id="266" r:id="rId20"/>
    <p:sldId id="267" r:id="rId21"/>
    <p:sldId id="268" r:id="rId22"/>
    <p:sldId id="269" r:id="rId23"/>
    <p:sldId id="271" r:id="rId2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0EBE8-B81C-4A36-ABE1-FF2237A82172}" v="415" dt="2020-03-20T13:23:25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10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gonzalez martinez" userId="8484171de3c12e77" providerId="LiveId" clId="{B270EBE8-B81C-4A36-ABE1-FF2237A82172}"/>
    <pc:docChg chg="undo redo custSel mod addSld delSld modSld">
      <pc:chgData name="alberto gonzalez martinez" userId="8484171de3c12e77" providerId="LiveId" clId="{B270EBE8-B81C-4A36-ABE1-FF2237A82172}" dt="2020-03-20T13:23:45.074" v="4186" actId="14100"/>
      <pc:docMkLst>
        <pc:docMk/>
      </pc:docMkLst>
      <pc:sldChg chg="add">
        <pc:chgData name="alberto gonzalez martinez" userId="8484171de3c12e77" providerId="LiveId" clId="{B270EBE8-B81C-4A36-ABE1-FF2237A82172}" dt="2020-03-20T11:01:36.826" v="0"/>
        <pc:sldMkLst>
          <pc:docMk/>
          <pc:sldMk cId="2644641308" sldId="256"/>
        </pc:sldMkLst>
      </pc:sldChg>
      <pc:sldChg chg="modSp add">
        <pc:chgData name="alberto gonzalez martinez" userId="8484171de3c12e77" providerId="LiveId" clId="{B270EBE8-B81C-4A36-ABE1-FF2237A82172}" dt="2020-03-20T11:12:58.792" v="634" actId="20577"/>
        <pc:sldMkLst>
          <pc:docMk/>
          <pc:sldMk cId="2192978877" sldId="257"/>
        </pc:sldMkLst>
        <pc:spChg chg="mod">
          <ac:chgData name="alberto gonzalez martinez" userId="8484171de3c12e77" providerId="LiveId" clId="{B270EBE8-B81C-4A36-ABE1-FF2237A82172}" dt="2020-03-20T11:02:20.512" v="25" actId="20577"/>
          <ac:spMkLst>
            <pc:docMk/>
            <pc:sldMk cId="2192978877" sldId="257"/>
            <ac:spMk id="2" creationId="{6E0ED176-48ED-41F8-8E44-24C4C9C2ADC3}"/>
          </ac:spMkLst>
        </pc:spChg>
        <pc:spChg chg="mod">
          <ac:chgData name="alberto gonzalez martinez" userId="8484171de3c12e77" providerId="LiveId" clId="{B270EBE8-B81C-4A36-ABE1-FF2237A82172}" dt="2020-03-20T11:12:58.792" v="634" actId="20577"/>
          <ac:spMkLst>
            <pc:docMk/>
            <pc:sldMk cId="2192978877" sldId="257"/>
            <ac:spMk id="3" creationId="{D406A1D4-BA9F-432E-9FE3-5818AA4E43AF}"/>
          </ac:spMkLst>
        </pc:spChg>
      </pc:sldChg>
      <pc:sldChg chg="modSp add">
        <pc:chgData name="alberto gonzalez martinez" userId="8484171de3c12e77" providerId="LiveId" clId="{B270EBE8-B81C-4A36-ABE1-FF2237A82172}" dt="2020-03-20T11:25:44.395" v="1494" actId="179"/>
        <pc:sldMkLst>
          <pc:docMk/>
          <pc:sldMk cId="3642211527" sldId="258"/>
        </pc:sldMkLst>
        <pc:spChg chg="mod">
          <ac:chgData name="alberto gonzalez martinez" userId="8484171de3c12e77" providerId="LiveId" clId="{B270EBE8-B81C-4A36-ABE1-FF2237A82172}" dt="2020-03-20T11:02:55.690" v="72" actId="20577"/>
          <ac:spMkLst>
            <pc:docMk/>
            <pc:sldMk cId="3642211527" sldId="258"/>
            <ac:spMk id="2" creationId="{F86BAD4F-B74E-4B20-B152-6921DB0798C1}"/>
          </ac:spMkLst>
        </pc:spChg>
        <pc:spChg chg="mod">
          <ac:chgData name="alberto gonzalez martinez" userId="8484171de3c12e77" providerId="LiveId" clId="{B270EBE8-B81C-4A36-ABE1-FF2237A82172}" dt="2020-03-20T11:25:44.395" v="1494" actId="179"/>
          <ac:spMkLst>
            <pc:docMk/>
            <pc:sldMk cId="3642211527" sldId="258"/>
            <ac:spMk id="3" creationId="{14E9294B-300E-4F92-BF74-C71858419C8D}"/>
          </ac:spMkLst>
        </pc:spChg>
      </pc:sldChg>
      <pc:sldChg chg="addSp delSp modSp add mod setBg setClrOvrMap">
        <pc:chgData name="alberto gonzalez martinez" userId="8484171de3c12e77" providerId="LiveId" clId="{B270EBE8-B81C-4A36-ABE1-FF2237A82172}" dt="2020-03-20T12:11:24.261" v="2134" actId="26606"/>
        <pc:sldMkLst>
          <pc:docMk/>
          <pc:sldMk cId="2546709369" sldId="259"/>
        </pc:sldMkLst>
        <pc:spChg chg="mod">
          <ac:chgData name="alberto gonzalez martinez" userId="8484171de3c12e77" providerId="LiveId" clId="{B270EBE8-B81C-4A36-ABE1-FF2237A82172}" dt="2020-03-20T12:11:24.261" v="2134" actId="26606"/>
          <ac:spMkLst>
            <pc:docMk/>
            <pc:sldMk cId="2546709369" sldId="259"/>
            <ac:spMk id="2" creationId="{D4163126-A5B1-43B6-865A-AEA9BB4B87F0}"/>
          </ac:spMkLst>
        </pc:spChg>
        <pc:spChg chg="mod">
          <ac:chgData name="alberto gonzalez martinez" userId="8484171de3c12e77" providerId="LiveId" clId="{B270EBE8-B81C-4A36-ABE1-FF2237A82172}" dt="2020-03-20T12:11:24.261" v="2134" actId="26606"/>
          <ac:spMkLst>
            <pc:docMk/>
            <pc:sldMk cId="2546709369" sldId="259"/>
            <ac:spMk id="3" creationId="{B06071C2-CC3A-4E1D-8AD2-AD5C376C3B89}"/>
          </ac:spMkLst>
        </pc:spChg>
        <pc:spChg chg="add del">
          <ac:chgData name="alberto gonzalez martinez" userId="8484171de3c12e77" providerId="LiveId" clId="{B270EBE8-B81C-4A36-ABE1-FF2237A82172}" dt="2020-03-20T12:08:25.537" v="2023" actId="26606"/>
          <ac:spMkLst>
            <pc:docMk/>
            <pc:sldMk cId="2546709369" sldId="259"/>
            <ac:spMk id="8" creationId="{DFF2AC85-FAA0-4844-813F-83C04D7382E2}"/>
          </ac:spMkLst>
        </pc:spChg>
        <pc:spChg chg="add">
          <ac:chgData name="alberto gonzalez martinez" userId="8484171de3c12e77" providerId="LiveId" clId="{B270EBE8-B81C-4A36-ABE1-FF2237A82172}" dt="2020-03-20T12:11:24.261" v="2134" actId="26606"/>
          <ac:spMkLst>
            <pc:docMk/>
            <pc:sldMk cId="2546709369" sldId="259"/>
            <ac:spMk id="9" creationId="{3BAF1561-20C4-41FD-A35F-BF2B9E727F3E}"/>
          </ac:spMkLst>
        </pc:spChg>
        <pc:spChg chg="add del">
          <ac:chgData name="alberto gonzalez martinez" userId="8484171de3c12e77" providerId="LiveId" clId="{B270EBE8-B81C-4A36-ABE1-FF2237A82172}" dt="2020-03-20T12:08:25.537" v="2023" actId="26606"/>
          <ac:spMkLst>
            <pc:docMk/>
            <pc:sldMk cId="2546709369" sldId="259"/>
            <ac:spMk id="10" creationId="{89CC0F1E-BAA2-47B1-8F83-7ECB9FD9E009}"/>
          </ac:spMkLst>
        </pc:spChg>
        <pc:spChg chg="add">
          <ac:chgData name="alberto gonzalez martinez" userId="8484171de3c12e77" providerId="LiveId" clId="{B270EBE8-B81C-4A36-ABE1-FF2237A82172}" dt="2020-03-20T12:11:24.261" v="2134" actId="26606"/>
          <ac:spMkLst>
            <pc:docMk/>
            <pc:sldMk cId="2546709369" sldId="259"/>
            <ac:spMk id="11" creationId="{839DC788-B140-4F3E-A91E-CB3E70ED940A}"/>
          </ac:spMkLst>
        </pc:spChg>
        <pc:picChg chg="add mod">
          <ac:chgData name="alberto gonzalez martinez" userId="8484171de3c12e77" providerId="LiveId" clId="{B270EBE8-B81C-4A36-ABE1-FF2237A82172}" dt="2020-03-20T12:11:24.261" v="2134" actId="26606"/>
          <ac:picMkLst>
            <pc:docMk/>
            <pc:sldMk cId="2546709369" sldId="259"/>
            <ac:picMk id="4" creationId="{E9FE1C92-9EB5-4253-BFCC-A695BBD742A1}"/>
          </ac:picMkLst>
        </pc:picChg>
        <pc:cxnChg chg="add">
          <ac:chgData name="alberto gonzalez martinez" userId="8484171de3c12e77" providerId="LiveId" clId="{B270EBE8-B81C-4A36-ABE1-FF2237A82172}" dt="2020-03-20T12:11:24.261" v="2134" actId="26606"/>
          <ac:cxnSpMkLst>
            <pc:docMk/>
            <pc:sldMk cId="2546709369" sldId="259"/>
            <ac:cxnSpMk id="13" creationId="{FC18D930-0EEE-448F-ABF1-2AA3C83DA552}"/>
          </ac:cxnSpMkLst>
        </pc:cxnChg>
      </pc:sldChg>
      <pc:sldChg chg="addSp delSp modSp add mod setBg">
        <pc:chgData name="alberto gonzalez martinez" userId="8484171de3c12e77" providerId="LiveId" clId="{B270EBE8-B81C-4A36-ABE1-FF2237A82172}" dt="2020-03-20T12:20:10.956" v="2270" actId="1076"/>
        <pc:sldMkLst>
          <pc:docMk/>
          <pc:sldMk cId="1421294172" sldId="260"/>
        </pc:sldMkLst>
        <pc:spChg chg="mod">
          <ac:chgData name="alberto gonzalez martinez" userId="8484171de3c12e77" providerId="LiveId" clId="{B270EBE8-B81C-4A36-ABE1-FF2237A82172}" dt="2020-03-20T12:19:58.576" v="2266" actId="26606"/>
          <ac:spMkLst>
            <pc:docMk/>
            <pc:sldMk cId="1421294172" sldId="260"/>
            <ac:spMk id="2" creationId="{7E848566-AEB3-45FA-8190-FC8DAB6D8530}"/>
          </ac:spMkLst>
        </pc:spChg>
        <pc:spChg chg="del mod">
          <ac:chgData name="alberto gonzalez martinez" userId="8484171de3c12e77" providerId="LiveId" clId="{B270EBE8-B81C-4A36-ABE1-FF2237A82172}" dt="2020-03-20T12:19:10.835" v="2256"/>
          <ac:spMkLst>
            <pc:docMk/>
            <pc:sldMk cId="1421294172" sldId="260"/>
            <ac:spMk id="3" creationId="{D1865B58-6F9D-4155-B10A-8CF68EA8DD0C}"/>
          </ac:spMkLst>
        </pc:spChg>
        <pc:spChg chg="add">
          <ac:chgData name="alberto gonzalez martinez" userId="8484171de3c12e77" providerId="LiveId" clId="{B270EBE8-B81C-4A36-ABE1-FF2237A82172}" dt="2020-03-20T12:19:58.576" v="2266" actId="26606"/>
          <ac:spMkLst>
            <pc:docMk/>
            <pc:sldMk cId="1421294172" sldId="260"/>
            <ac:spMk id="10" creationId="{42A5316D-ED2F-4F89-B4B4-8D9240B1A348}"/>
          </ac:spMkLst>
        </pc:spChg>
        <pc:picChg chg="add mod">
          <ac:chgData name="alberto gonzalez martinez" userId="8484171de3c12e77" providerId="LiveId" clId="{B270EBE8-B81C-4A36-ABE1-FF2237A82172}" dt="2020-03-20T12:20:07.139" v="2268" actId="1076"/>
          <ac:picMkLst>
            <pc:docMk/>
            <pc:sldMk cId="1421294172" sldId="260"/>
            <ac:picMk id="4" creationId="{30B309A6-1B7C-4B30-93D4-5FEBB0CCF234}"/>
          </ac:picMkLst>
        </pc:picChg>
        <pc:picChg chg="add mod">
          <ac:chgData name="alberto gonzalez martinez" userId="8484171de3c12e77" providerId="LiveId" clId="{B270EBE8-B81C-4A36-ABE1-FF2237A82172}" dt="2020-03-20T12:20:10.956" v="2270" actId="1076"/>
          <ac:picMkLst>
            <pc:docMk/>
            <pc:sldMk cId="1421294172" sldId="260"/>
            <ac:picMk id="5" creationId="{4E070E62-1E2E-4221-9F36-415C6FD4452F}"/>
          </ac:picMkLst>
        </pc:picChg>
      </pc:sldChg>
      <pc:sldChg chg="addSp modSp add">
        <pc:chgData name="alberto gonzalez martinez" userId="8484171de3c12e77" providerId="LiveId" clId="{B270EBE8-B81C-4A36-ABE1-FF2237A82172}" dt="2020-03-20T12:28:40.041" v="2591" actId="20577"/>
        <pc:sldMkLst>
          <pc:docMk/>
          <pc:sldMk cId="4234600785" sldId="261"/>
        </pc:sldMkLst>
        <pc:spChg chg="mod">
          <ac:chgData name="alberto gonzalez martinez" userId="8484171de3c12e77" providerId="LiveId" clId="{B270EBE8-B81C-4A36-ABE1-FF2237A82172}" dt="2020-03-20T11:03:54.254" v="224" actId="20577"/>
          <ac:spMkLst>
            <pc:docMk/>
            <pc:sldMk cId="4234600785" sldId="261"/>
            <ac:spMk id="2" creationId="{086D8FBD-958D-47DD-B500-6B00124AA248}"/>
          </ac:spMkLst>
        </pc:spChg>
        <pc:spChg chg="mod">
          <ac:chgData name="alberto gonzalez martinez" userId="8484171de3c12e77" providerId="LiveId" clId="{B270EBE8-B81C-4A36-ABE1-FF2237A82172}" dt="2020-03-20T12:28:40.041" v="2591" actId="20577"/>
          <ac:spMkLst>
            <pc:docMk/>
            <pc:sldMk cId="4234600785" sldId="261"/>
            <ac:spMk id="3" creationId="{F700B335-862E-40CB-AE46-B601180DCF0A}"/>
          </ac:spMkLst>
        </pc:spChg>
        <pc:picChg chg="add mod">
          <ac:chgData name="alberto gonzalez martinez" userId="8484171de3c12e77" providerId="LiveId" clId="{B270EBE8-B81C-4A36-ABE1-FF2237A82172}" dt="2020-03-20T12:28:34.994" v="2590" actId="1076"/>
          <ac:picMkLst>
            <pc:docMk/>
            <pc:sldMk cId="4234600785" sldId="261"/>
            <ac:picMk id="4" creationId="{A324EB4C-8B0F-4EB5-BF95-AC7B49C3E4ED}"/>
          </ac:picMkLst>
        </pc:picChg>
      </pc:sldChg>
      <pc:sldChg chg="modSp add">
        <pc:chgData name="alberto gonzalez martinez" userId="8484171de3c12e77" providerId="LiveId" clId="{B270EBE8-B81C-4A36-ABE1-FF2237A82172}" dt="2020-03-20T12:34:31.785" v="2976" actId="20577"/>
        <pc:sldMkLst>
          <pc:docMk/>
          <pc:sldMk cId="2081897942" sldId="262"/>
        </pc:sldMkLst>
        <pc:spChg chg="mod">
          <ac:chgData name="alberto gonzalez martinez" userId="8484171de3c12e77" providerId="LiveId" clId="{B270EBE8-B81C-4A36-ABE1-FF2237A82172}" dt="2020-03-20T11:04:20.841" v="237" actId="20577"/>
          <ac:spMkLst>
            <pc:docMk/>
            <pc:sldMk cId="2081897942" sldId="262"/>
            <ac:spMk id="2" creationId="{FA7E2C53-DC17-4BDC-A60B-C519A54154AB}"/>
          </ac:spMkLst>
        </pc:spChg>
        <pc:spChg chg="mod">
          <ac:chgData name="alberto gonzalez martinez" userId="8484171de3c12e77" providerId="LiveId" clId="{B270EBE8-B81C-4A36-ABE1-FF2237A82172}" dt="2020-03-20T12:34:31.785" v="2976" actId="20577"/>
          <ac:spMkLst>
            <pc:docMk/>
            <pc:sldMk cId="2081897942" sldId="262"/>
            <ac:spMk id="3" creationId="{FE77DE57-05B4-4352-B826-CE5BAC98F97F}"/>
          </ac:spMkLst>
        </pc:spChg>
      </pc:sldChg>
      <pc:sldChg chg="addSp delSp modSp add">
        <pc:chgData name="alberto gonzalez martinez" userId="8484171de3c12e77" providerId="LiveId" clId="{B270EBE8-B81C-4A36-ABE1-FF2237A82172}" dt="2020-03-20T12:48:16.387" v="3340" actId="1076"/>
        <pc:sldMkLst>
          <pc:docMk/>
          <pc:sldMk cId="1627785807" sldId="263"/>
        </pc:sldMkLst>
        <pc:spChg chg="mod">
          <ac:chgData name="alberto gonzalez martinez" userId="8484171de3c12e77" providerId="LiveId" clId="{B270EBE8-B81C-4A36-ABE1-FF2237A82172}" dt="2020-03-20T11:04:33.083" v="248" actId="20577"/>
          <ac:spMkLst>
            <pc:docMk/>
            <pc:sldMk cId="1627785807" sldId="263"/>
            <ac:spMk id="2" creationId="{9A1A9901-8655-495C-AE7D-A40A0DE3C487}"/>
          </ac:spMkLst>
        </pc:spChg>
        <pc:spChg chg="del">
          <ac:chgData name="alberto gonzalez martinez" userId="8484171de3c12e77" providerId="LiveId" clId="{B270EBE8-B81C-4A36-ABE1-FF2237A82172}" dt="2020-03-20T12:47:31.085" v="3328"/>
          <ac:spMkLst>
            <pc:docMk/>
            <pc:sldMk cId="1627785807" sldId="263"/>
            <ac:spMk id="3" creationId="{E8C3E765-50F9-4513-9E70-B9064CD98004}"/>
          </ac:spMkLst>
        </pc:spChg>
        <pc:picChg chg="add del">
          <ac:chgData name="alberto gonzalez martinez" userId="8484171de3c12e77" providerId="LiveId" clId="{B270EBE8-B81C-4A36-ABE1-FF2237A82172}" dt="2020-03-20T12:47:28.924" v="3327" actId="478"/>
          <ac:picMkLst>
            <pc:docMk/>
            <pc:sldMk cId="1627785807" sldId="263"/>
            <ac:picMk id="4" creationId="{1D97C045-4113-43A2-B198-E33D2C9356E8}"/>
          </ac:picMkLst>
        </pc:picChg>
        <pc:picChg chg="add mod modCrop">
          <ac:chgData name="alberto gonzalez martinez" userId="8484171de3c12e77" providerId="LiveId" clId="{B270EBE8-B81C-4A36-ABE1-FF2237A82172}" dt="2020-03-20T12:48:16.387" v="3340" actId="1076"/>
          <ac:picMkLst>
            <pc:docMk/>
            <pc:sldMk cId="1627785807" sldId="263"/>
            <ac:picMk id="5" creationId="{A041A0A3-8E16-4C4E-8399-F623AFC03316}"/>
          </ac:picMkLst>
        </pc:picChg>
        <pc:picChg chg="add mod modCrop">
          <ac:chgData name="alberto gonzalez martinez" userId="8484171de3c12e77" providerId="LiveId" clId="{B270EBE8-B81C-4A36-ABE1-FF2237A82172}" dt="2020-03-20T12:48:16.387" v="3340" actId="1076"/>
          <ac:picMkLst>
            <pc:docMk/>
            <pc:sldMk cId="1627785807" sldId="263"/>
            <ac:picMk id="6" creationId="{5709DB2C-AE1A-4075-9E0C-F4E05CEF6DD6}"/>
          </ac:picMkLst>
        </pc:picChg>
      </pc:sldChg>
      <pc:sldChg chg="addSp modSp add">
        <pc:chgData name="alberto gonzalez martinez" userId="8484171de3c12e77" providerId="LiveId" clId="{B270EBE8-B81C-4A36-ABE1-FF2237A82172}" dt="2020-03-20T12:54:21.694" v="3675" actId="20577"/>
        <pc:sldMkLst>
          <pc:docMk/>
          <pc:sldMk cId="1717802653" sldId="264"/>
        </pc:sldMkLst>
        <pc:spChg chg="mod">
          <ac:chgData name="alberto gonzalez martinez" userId="8484171de3c12e77" providerId="LiveId" clId="{B270EBE8-B81C-4A36-ABE1-FF2237A82172}" dt="2020-03-20T11:05:00.861" v="282" actId="20577"/>
          <ac:spMkLst>
            <pc:docMk/>
            <pc:sldMk cId="1717802653" sldId="264"/>
            <ac:spMk id="2" creationId="{6C7238D8-1070-48DF-9613-BA86146CF9C4}"/>
          </ac:spMkLst>
        </pc:spChg>
        <pc:spChg chg="mod">
          <ac:chgData name="alberto gonzalez martinez" userId="8484171de3c12e77" providerId="LiveId" clId="{B270EBE8-B81C-4A36-ABE1-FF2237A82172}" dt="2020-03-20T12:54:21.694" v="3675" actId="20577"/>
          <ac:spMkLst>
            <pc:docMk/>
            <pc:sldMk cId="1717802653" sldId="264"/>
            <ac:spMk id="3" creationId="{56E12E67-AC40-468E-8DB5-A9EF91AECE0E}"/>
          </ac:spMkLst>
        </pc:spChg>
        <pc:picChg chg="add mod">
          <ac:chgData name="alberto gonzalez martinez" userId="8484171de3c12e77" providerId="LiveId" clId="{B270EBE8-B81C-4A36-ABE1-FF2237A82172}" dt="2020-03-20T12:54:02.387" v="3623" actId="1076"/>
          <ac:picMkLst>
            <pc:docMk/>
            <pc:sldMk cId="1717802653" sldId="264"/>
            <ac:picMk id="4" creationId="{BB6345E3-5721-4375-B3B0-C5D5590D8A31}"/>
          </ac:picMkLst>
        </pc:picChg>
      </pc:sldChg>
      <pc:sldChg chg="addSp delSp modSp add mod setBg">
        <pc:chgData name="alberto gonzalez martinez" userId="8484171de3c12e77" providerId="LiveId" clId="{B270EBE8-B81C-4A36-ABE1-FF2237A82172}" dt="2020-03-20T13:06:53.234" v="3878" actId="14100"/>
        <pc:sldMkLst>
          <pc:docMk/>
          <pc:sldMk cId="25723119" sldId="265"/>
        </pc:sldMkLst>
        <pc:spChg chg="mod">
          <ac:chgData name="alberto gonzalez martinez" userId="8484171de3c12e77" providerId="LiveId" clId="{B270EBE8-B81C-4A36-ABE1-FF2237A82172}" dt="2020-03-20T13:06:22.880" v="3859" actId="26606"/>
          <ac:spMkLst>
            <pc:docMk/>
            <pc:sldMk cId="25723119" sldId="265"/>
            <ac:spMk id="2" creationId="{25D8BC2C-0335-4A67-A9F3-8F7462EF870E}"/>
          </ac:spMkLst>
        </pc:spChg>
        <pc:spChg chg="del">
          <ac:chgData name="alberto gonzalez martinez" userId="8484171de3c12e77" providerId="LiveId" clId="{B270EBE8-B81C-4A36-ABE1-FF2237A82172}" dt="2020-03-20T13:05:26.374" v="3839"/>
          <ac:spMkLst>
            <pc:docMk/>
            <pc:sldMk cId="25723119" sldId="265"/>
            <ac:spMk id="3" creationId="{1CD07E7E-2461-4906-BA06-85BE5EB79551}"/>
          </ac:spMkLst>
        </pc:spChg>
        <pc:spChg chg="add">
          <ac:chgData name="alberto gonzalez martinez" userId="8484171de3c12e77" providerId="LiveId" clId="{B270EBE8-B81C-4A36-ABE1-FF2237A82172}" dt="2020-03-20T13:06:22.880" v="3859" actId="26606"/>
          <ac:spMkLst>
            <pc:docMk/>
            <pc:sldMk cId="25723119" sldId="265"/>
            <ac:spMk id="10" creationId="{70BDD0CE-06A4-404B-8A13-580229C1C923}"/>
          </ac:spMkLst>
        </pc:spChg>
        <pc:spChg chg="add">
          <ac:chgData name="alberto gonzalez martinez" userId="8484171de3c12e77" providerId="LiveId" clId="{B270EBE8-B81C-4A36-ABE1-FF2237A82172}" dt="2020-03-20T13:06:22.880" v="3859" actId="26606"/>
          <ac:spMkLst>
            <pc:docMk/>
            <pc:sldMk cId="25723119" sldId="265"/>
            <ac:spMk id="12" creationId="{EE9899FA-8881-472C-AA59-D08A89CA8AEF}"/>
          </ac:spMkLst>
        </pc:spChg>
        <pc:spChg chg="add">
          <ac:chgData name="alberto gonzalez martinez" userId="8484171de3c12e77" providerId="LiveId" clId="{B270EBE8-B81C-4A36-ABE1-FF2237A82172}" dt="2020-03-20T13:06:22.880" v="3859" actId="26606"/>
          <ac:spMkLst>
            <pc:docMk/>
            <pc:sldMk cId="25723119" sldId="265"/>
            <ac:spMk id="14" creationId="{080B7D90-3DF1-4514-B26D-616BE35553C9}"/>
          </ac:spMkLst>
        </pc:spChg>
        <pc:picChg chg="add mod modCrop">
          <ac:chgData name="alberto gonzalez martinez" userId="8484171de3c12e77" providerId="LiveId" clId="{B270EBE8-B81C-4A36-ABE1-FF2237A82172}" dt="2020-03-20T13:06:53.234" v="3878" actId="14100"/>
          <ac:picMkLst>
            <pc:docMk/>
            <pc:sldMk cId="25723119" sldId="265"/>
            <ac:picMk id="4" creationId="{09DC2472-B169-4563-9146-95DA67616C2A}"/>
          </ac:picMkLst>
        </pc:picChg>
        <pc:picChg chg="add mod modCrop">
          <ac:chgData name="alberto gonzalez martinez" userId="8484171de3c12e77" providerId="LiveId" clId="{B270EBE8-B81C-4A36-ABE1-FF2237A82172}" dt="2020-03-20T13:06:52.638" v="3877" actId="14100"/>
          <ac:picMkLst>
            <pc:docMk/>
            <pc:sldMk cId="25723119" sldId="265"/>
            <ac:picMk id="5" creationId="{6FDF3300-0373-41BC-AB73-BB5EBACE07C0}"/>
          </ac:picMkLst>
        </pc:picChg>
      </pc:sldChg>
      <pc:sldChg chg="addSp delSp modSp add mod setBg setClrOvrMap">
        <pc:chgData name="alberto gonzalez martinez" userId="8484171de3c12e77" providerId="LiveId" clId="{B270EBE8-B81C-4A36-ABE1-FF2237A82172}" dt="2020-03-20T13:13:27.333" v="4054" actId="26606"/>
        <pc:sldMkLst>
          <pc:docMk/>
          <pc:sldMk cId="3102355191" sldId="266"/>
        </pc:sldMkLst>
        <pc:spChg chg="mod">
          <ac:chgData name="alberto gonzalez martinez" userId="8484171de3c12e77" providerId="LiveId" clId="{B270EBE8-B81C-4A36-ABE1-FF2237A82172}" dt="2020-03-20T13:13:27.333" v="4054" actId="26606"/>
          <ac:spMkLst>
            <pc:docMk/>
            <pc:sldMk cId="3102355191" sldId="266"/>
            <ac:spMk id="2" creationId="{0141EDB8-E6F2-4330-A4D4-6BE8C4F8691D}"/>
          </ac:spMkLst>
        </pc:spChg>
        <pc:spChg chg="mod">
          <ac:chgData name="alberto gonzalez martinez" userId="8484171de3c12e77" providerId="LiveId" clId="{B270EBE8-B81C-4A36-ABE1-FF2237A82172}" dt="2020-03-20T13:13:27.333" v="4054" actId="26606"/>
          <ac:spMkLst>
            <pc:docMk/>
            <pc:sldMk cId="3102355191" sldId="266"/>
            <ac:spMk id="3" creationId="{8C85BBDF-A1B3-4505-977E-BCE8EDC3C93D}"/>
          </ac:spMkLst>
        </pc:spChg>
        <pc:spChg chg="add del">
          <ac:chgData name="alberto gonzalez martinez" userId="8484171de3c12e77" providerId="LiveId" clId="{B270EBE8-B81C-4A36-ABE1-FF2237A82172}" dt="2020-03-20T13:13:27.326" v="4053" actId="26606"/>
          <ac:spMkLst>
            <pc:docMk/>
            <pc:sldMk cId="3102355191" sldId="266"/>
            <ac:spMk id="9" creationId="{867D4867-5BA7-4462-B2F6-A23F4A622AA7}"/>
          </ac:spMkLst>
        </pc:spChg>
        <pc:spChg chg="add">
          <ac:chgData name="alberto gonzalez martinez" userId="8484171de3c12e77" providerId="LiveId" clId="{B270EBE8-B81C-4A36-ABE1-FF2237A82172}" dt="2020-03-20T13:13:27.333" v="4054" actId="26606"/>
          <ac:spMkLst>
            <pc:docMk/>
            <pc:sldMk cId="3102355191" sldId="266"/>
            <ac:spMk id="11" creationId="{839DC788-B140-4F3E-A91E-CB3E70ED940A}"/>
          </ac:spMkLst>
        </pc:spChg>
        <pc:spChg chg="add">
          <ac:chgData name="alberto gonzalez martinez" userId="8484171de3c12e77" providerId="LiveId" clId="{B270EBE8-B81C-4A36-ABE1-FF2237A82172}" dt="2020-03-20T13:13:27.333" v="4054" actId="26606"/>
          <ac:spMkLst>
            <pc:docMk/>
            <pc:sldMk cId="3102355191" sldId="266"/>
            <ac:spMk id="12" creationId="{3BAF1561-20C4-41FD-A35F-BF2B9E727F3E}"/>
          </ac:spMkLst>
        </pc:spChg>
        <pc:picChg chg="add mod">
          <ac:chgData name="alberto gonzalez martinez" userId="8484171de3c12e77" providerId="LiveId" clId="{B270EBE8-B81C-4A36-ABE1-FF2237A82172}" dt="2020-03-20T13:13:27.333" v="4054" actId="26606"/>
          <ac:picMkLst>
            <pc:docMk/>
            <pc:sldMk cId="3102355191" sldId="266"/>
            <ac:picMk id="4" creationId="{4124CE87-CF19-410E-A4D4-38D785059662}"/>
          </ac:picMkLst>
        </pc:picChg>
        <pc:cxnChg chg="add">
          <ac:chgData name="alberto gonzalez martinez" userId="8484171de3c12e77" providerId="LiveId" clId="{B270EBE8-B81C-4A36-ABE1-FF2237A82172}" dt="2020-03-20T13:13:27.333" v="4054" actId="26606"/>
          <ac:cxnSpMkLst>
            <pc:docMk/>
            <pc:sldMk cId="3102355191" sldId="266"/>
            <ac:cxnSpMk id="13" creationId="{FC18D930-0EEE-448F-ABF1-2AA3C83DA552}"/>
          </ac:cxnSpMkLst>
        </pc:cxnChg>
      </pc:sldChg>
      <pc:sldChg chg="addSp delSp modSp add mod setBg">
        <pc:chgData name="alberto gonzalez martinez" userId="8484171de3c12e77" providerId="LiveId" clId="{B270EBE8-B81C-4A36-ABE1-FF2237A82172}" dt="2020-03-20T13:17:50.774" v="4171" actId="26606"/>
        <pc:sldMkLst>
          <pc:docMk/>
          <pc:sldMk cId="745194526" sldId="267"/>
        </pc:sldMkLst>
        <pc:spChg chg="mod">
          <ac:chgData name="alberto gonzalez martinez" userId="8484171de3c12e77" providerId="LiveId" clId="{B270EBE8-B81C-4A36-ABE1-FF2237A82172}" dt="2020-03-20T13:17:50.774" v="4171" actId="26606"/>
          <ac:spMkLst>
            <pc:docMk/>
            <pc:sldMk cId="745194526" sldId="267"/>
            <ac:spMk id="2" creationId="{DAE03C78-94CB-440B-8E3E-11988EAE9CB1}"/>
          </ac:spMkLst>
        </pc:spChg>
        <pc:spChg chg="mod ord">
          <ac:chgData name="alberto gonzalez martinez" userId="8484171de3c12e77" providerId="LiveId" clId="{B270EBE8-B81C-4A36-ABE1-FF2237A82172}" dt="2020-03-20T13:17:50.774" v="4171" actId="26606"/>
          <ac:spMkLst>
            <pc:docMk/>
            <pc:sldMk cId="745194526" sldId="267"/>
            <ac:spMk id="3" creationId="{9D53F967-1D65-4372-A740-78C323F561CA}"/>
          </ac:spMkLst>
        </pc:spChg>
        <pc:spChg chg="add del">
          <ac:chgData name="alberto gonzalez martinez" userId="8484171de3c12e77" providerId="LiveId" clId="{B270EBE8-B81C-4A36-ABE1-FF2237A82172}" dt="2020-03-20T13:17:50.774" v="4171" actId="26606"/>
          <ac:spMkLst>
            <pc:docMk/>
            <pc:sldMk cId="745194526" sldId="267"/>
            <ac:spMk id="10" creationId="{99899462-FC16-43B0-966B-FCA263450716}"/>
          </ac:spMkLst>
        </pc:spChg>
        <pc:picChg chg="add mod modCrop">
          <ac:chgData name="alberto gonzalez martinez" userId="8484171de3c12e77" providerId="LiveId" clId="{B270EBE8-B81C-4A36-ABE1-FF2237A82172}" dt="2020-03-20T13:17:50.774" v="4171" actId="26606"/>
          <ac:picMkLst>
            <pc:docMk/>
            <pc:sldMk cId="745194526" sldId="267"/>
            <ac:picMk id="4" creationId="{0872EAAC-F150-490A-866A-4918F241B840}"/>
          </ac:picMkLst>
        </pc:picChg>
        <pc:picChg chg="add mod modCrop">
          <ac:chgData name="alberto gonzalez martinez" userId="8484171de3c12e77" providerId="LiveId" clId="{B270EBE8-B81C-4A36-ABE1-FF2237A82172}" dt="2020-03-20T13:17:50.774" v="4171" actId="26606"/>
          <ac:picMkLst>
            <pc:docMk/>
            <pc:sldMk cId="745194526" sldId="267"/>
            <ac:picMk id="5" creationId="{A05EC648-9E64-448D-8905-7E62F9FE2C5A}"/>
          </ac:picMkLst>
        </pc:picChg>
        <pc:cxnChg chg="add del">
          <ac:chgData name="alberto gonzalez martinez" userId="8484171de3c12e77" providerId="LiveId" clId="{B270EBE8-B81C-4A36-ABE1-FF2237A82172}" dt="2020-03-20T13:17:50.774" v="4171" actId="26606"/>
          <ac:cxnSpMkLst>
            <pc:docMk/>
            <pc:sldMk cId="745194526" sldId="267"/>
            <ac:cxnSpMk id="12" creationId="{AAFEA932-2DF1-410C-A00A-7A1E7DBF7511}"/>
          </ac:cxnSpMkLst>
        </pc:cxnChg>
      </pc:sldChg>
      <pc:sldChg chg="addSp modSp add mod setBg">
        <pc:chgData name="alberto gonzalez martinez" userId="8484171de3c12e77" providerId="LiveId" clId="{B270EBE8-B81C-4A36-ABE1-FF2237A82172}" dt="2020-03-20T13:23:45.074" v="4186" actId="14100"/>
        <pc:sldMkLst>
          <pc:docMk/>
          <pc:sldMk cId="2599972931" sldId="268"/>
        </pc:sldMkLst>
        <pc:spChg chg="mod">
          <ac:chgData name="alberto gonzalez martinez" userId="8484171de3c12e77" providerId="LiveId" clId="{B270EBE8-B81C-4A36-ABE1-FF2237A82172}" dt="2020-03-20T13:23:41.735" v="4185" actId="26606"/>
          <ac:spMkLst>
            <pc:docMk/>
            <pc:sldMk cId="2599972931" sldId="268"/>
            <ac:spMk id="2" creationId="{9CFD7869-192A-4EB6-9100-AA63E9845984}"/>
          </ac:spMkLst>
        </pc:spChg>
        <pc:spChg chg="mod">
          <ac:chgData name="alberto gonzalez martinez" userId="8484171de3c12e77" providerId="LiveId" clId="{B270EBE8-B81C-4A36-ABE1-FF2237A82172}" dt="2020-03-20T13:23:41.735" v="4185" actId="26606"/>
          <ac:spMkLst>
            <pc:docMk/>
            <pc:sldMk cId="2599972931" sldId="268"/>
            <ac:spMk id="3" creationId="{DAAB224F-F632-400D-8F0F-77D4C65C3809}"/>
          </ac:spMkLst>
        </pc:spChg>
        <pc:spChg chg="add">
          <ac:chgData name="alberto gonzalez martinez" userId="8484171de3c12e77" providerId="LiveId" clId="{B270EBE8-B81C-4A36-ABE1-FF2237A82172}" dt="2020-03-20T13:23:41.735" v="4185" actId="26606"/>
          <ac:spMkLst>
            <pc:docMk/>
            <pc:sldMk cId="2599972931" sldId="268"/>
            <ac:spMk id="9" creationId="{3BAF1561-20C4-41FD-A35F-BF2B9E727F3E}"/>
          </ac:spMkLst>
        </pc:spChg>
        <pc:spChg chg="add">
          <ac:chgData name="alberto gonzalez martinez" userId="8484171de3c12e77" providerId="LiveId" clId="{B270EBE8-B81C-4A36-ABE1-FF2237A82172}" dt="2020-03-20T13:23:41.735" v="4185" actId="26606"/>
          <ac:spMkLst>
            <pc:docMk/>
            <pc:sldMk cId="2599972931" sldId="268"/>
            <ac:spMk id="11" creationId="{839DC788-B140-4F3E-A91E-CB3E70ED940A}"/>
          </ac:spMkLst>
        </pc:spChg>
        <pc:picChg chg="add mod">
          <ac:chgData name="alberto gonzalez martinez" userId="8484171de3c12e77" providerId="LiveId" clId="{B270EBE8-B81C-4A36-ABE1-FF2237A82172}" dt="2020-03-20T13:23:45.074" v="4186" actId="14100"/>
          <ac:picMkLst>
            <pc:docMk/>
            <pc:sldMk cId="2599972931" sldId="268"/>
            <ac:picMk id="4" creationId="{448FADDC-50C3-4653-9739-AA572A3BCD4A}"/>
          </ac:picMkLst>
        </pc:picChg>
        <pc:cxnChg chg="add">
          <ac:chgData name="alberto gonzalez martinez" userId="8484171de3c12e77" providerId="LiveId" clId="{B270EBE8-B81C-4A36-ABE1-FF2237A82172}" dt="2020-03-20T13:23:41.735" v="4185" actId="26606"/>
          <ac:cxnSpMkLst>
            <pc:docMk/>
            <pc:sldMk cId="2599972931" sldId="268"/>
            <ac:cxnSpMk id="13" creationId="{FC18D930-0EEE-448F-ABF1-2AA3C83DA552}"/>
          </ac:cxnSpMkLst>
        </pc:cxnChg>
      </pc:sldChg>
      <pc:sldChg chg="modSp add">
        <pc:chgData name="alberto gonzalez martinez" userId="8484171de3c12e77" providerId="LiveId" clId="{B270EBE8-B81C-4A36-ABE1-FF2237A82172}" dt="2020-03-20T11:06:00.793" v="368" actId="20577"/>
        <pc:sldMkLst>
          <pc:docMk/>
          <pc:sldMk cId="2289764567" sldId="269"/>
        </pc:sldMkLst>
        <pc:spChg chg="mod">
          <ac:chgData name="alberto gonzalez martinez" userId="8484171de3c12e77" providerId="LiveId" clId="{B270EBE8-B81C-4A36-ABE1-FF2237A82172}" dt="2020-03-20T11:06:00.793" v="368" actId="20577"/>
          <ac:spMkLst>
            <pc:docMk/>
            <pc:sldMk cId="2289764567" sldId="269"/>
            <ac:spMk id="2" creationId="{EAD14870-6426-4A74-84DD-8B620913A302}"/>
          </ac:spMkLst>
        </pc:spChg>
      </pc:sldChg>
      <pc:sldChg chg="add del">
        <pc:chgData name="alberto gonzalez martinez" userId="8484171de3c12e77" providerId="LiveId" clId="{B270EBE8-B81C-4A36-ABE1-FF2237A82172}" dt="2020-03-20T11:06:25.190" v="381" actId="2696"/>
        <pc:sldMkLst>
          <pc:docMk/>
          <pc:sldMk cId="169890796" sldId="270"/>
        </pc:sldMkLst>
      </pc:sldChg>
      <pc:sldChg chg="modSp add">
        <pc:chgData name="alberto gonzalez martinez" userId="8484171de3c12e77" providerId="LiveId" clId="{B270EBE8-B81C-4A36-ABE1-FF2237A82172}" dt="2020-03-20T11:06:21.823" v="380" actId="1076"/>
        <pc:sldMkLst>
          <pc:docMk/>
          <pc:sldMk cId="4123989691" sldId="271"/>
        </pc:sldMkLst>
        <pc:spChg chg="mod">
          <ac:chgData name="alberto gonzalez martinez" userId="8484171de3c12e77" providerId="LiveId" clId="{B270EBE8-B81C-4A36-ABE1-FF2237A82172}" dt="2020-03-20T11:06:21.823" v="380" actId="1076"/>
          <ac:spMkLst>
            <pc:docMk/>
            <pc:sldMk cId="4123989691" sldId="271"/>
            <ac:spMk id="2" creationId="{2C425083-D236-434A-904C-EFDCDFFDD98F}"/>
          </ac:spMkLst>
        </pc:spChg>
      </pc:sldChg>
      <pc:sldChg chg="modSp add">
        <pc:chgData name="alberto gonzalez martinez" userId="8484171de3c12e77" providerId="LiveId" clId="{B270EBE8-B81C-4A36-ABE1-FF2237A82172}" dt="2020-03-20T11:16:46.898" v="957" actId="20577"/>
        <pc:sldMkLst>
          <pc:docMk/>
          <pc:sldMk cId="2663051014" sldId="272"/>
        </pc:sldMkLst>
        <pc:spChg chg="mod">
          <ac:chgData name="alberto gonzalez martinez" userId="8484171de3c12e77" providerId="LiveId" clId="{B270EBE8-B81C-4A36-ABE1-FF2237A82172}" dt="2020-03-20T11:13:13.652" v="663" actId="20577"/>
          <ac:spMkLst>
            <pc:docMk/>
            <pc:sldMk cId="2663051014" sldId="272"/>
            <ac:spMk id="2" creationId="{75E8FC56-EE3D-4101-9564-4E7B4D945C0B}"/>
          </ac:spMkLst>
        </pc:spChg>
        <pc:spChg chg="mod">
          <ac:chgData name="alberto gonzalez martinez" userId="8484171de3c12e77" providerId="LiveId" clId="{B270EBE8-B81C-4A36-ABE1-FF2237A82172}" dt="2020-03-20T11:16:46.898" v="957" actId="20577"/>
          <ac:spMkLst>
            <pc:docMk/>
            <pc:sldMk cId="2663051014" sldId="272"/>
            <ac:spMk id="3" creationId="{A2E3D38A-D9AA-4C3C-8DBB-81039E1EEF77}"/>
          </ac:spMkLst>
        </pc:spChg>
      </pc:sldChg>
      <pc:sldChg chg="modSp add">
        <pc:chgData name="alberto gonzalez martinez" userId="8484171de3c12e77" providerId="LiveId" clId="{B270EBE8-B81C-4A36-ABE1-FF2237A82172}" dt="2020-03-20T11:26:49.467" v="1500" actId="179"/>
        <pc:sldMkLst>
          <pc:docMk/>
          <pc:sldMk cId="84981287" sldId="273"/>
        </pc:sldMkLst>
        <pc:spChg chg="mod">
          <ac:chgData name="alberto gonzalez martinez" userId="8484171de3c12e77" providerId="LiveId" clId="{B270EBE8-B81C-4A36-ABE1-FF2237A82172}" dt="2020-03-20T11:13:21.414" v="688" actId="20577"/>
          <ac:spMkLst>
            <pc:docMk/>
            <pc:sldMk cId="84981287" sldId="273"/>
            <ac:spMk id="2" creationId="{84F3C1AE-1EBD-4DF5-A7E0-80B7982475C3}"/>
          </ac:spMkLst>
        </pc:spChg>
        <pc:spChg chg="mod">
          <ac:chgData name="alberto gonzalez martinez" userId="8484171de3c12e77" providerId="LiveId" clId="{B270EBE8-B81C-4A36-ABE1-FF2237A82172}" dt="2020-03-20T11:26:49.467" v="1500" actId="179"/>
          <ac:spMkLst>
            <pc:docMk/>
            <pc:sldMk cId="84981287" sldId="273"/>
            <ac:spMk id="3" creationId="{B99ECCD0-A258-4106-A2ED-92F68746B92C}"/>
          </ac:spMkLst>
        </pc:spChg>
      </pc:sldChg>
      <pc:sldChg chg="add del">
        <pc:chgData name="alberto gonzalez martinez" userId="8484171de3c12e77" providerId="LiveId" clId="{B270EBE8-B81C-4A36-ABE1-FF2237A82172}" dt="2020-03-20T11:27:13.115" v="1501" actId="2696"/>
        <pc:sldMkLst>
          <pc:docMk/>
          <pc:sldMk cId="1584738121" sldId="274"/>
        </pc:sldMkLst>
      </pc:sldChg>
      <pc:sldChg chg="addSp delSp modSp add">
        <pc:chgData name="alberto gonzalez martinez" userId="8484171de3c12e77" providerId="LiveId" clId="{B270EBE8-B81C-4A36-ABE1-FF2237A82172}" dt="2020-03-20T11:56:39.770" v="1820" actId="115"/>
        <pc:sldMkLst>
          <pc:docMk/>
          <pc:sldMk cId="3822281059" sldId="275"/>
        </pc:sldMkLst>
        <pc:spChg chg="del">
          <ac:chgData name="alberto gonzalez martinez" userId="8484171de3c12e77" providerId="LiveId" clId="{B270EBE8-B81C-4A36-ABE1-FF2237A82172}" dt="2020-03-20T11:26:06.745" v="1497"/>
          <ac:spMkLst>
            <pc:docMk/>
            <pc:sldMk cId="3822281059" sldId="275"/>
            <ac:spMk id="2" creationId="{CC8DC7EC-73F0-4321-8F15-A87F6B985D5D}"/>
          </ac:spMkLst>
        </pc:spChg>
        <pc:spChg chg="del">
          <ac:chgData name="alberto gonzalez martinez" userId="8484171de3c12e77" providerId="LiveId" clId="{B270EBE8-B81C-4A36-ABE1-FF2237A82172}" dt="2020-03-20T11:26:06.745" v="1497"/>
          <ac:spMkLst>
            <pc:docMk/>
            <pc:sldMk cId="3822281059" sldId="275"/>
            <ac:spMk id="3" creationId="{440F97E4-A1DF-4029-98B9-66064C412E4B}"/>
          </ac:spMkLst>
        </pc:spChg>
        <pc:spChg chg="add del mod">
          <ac:chgData name="alberto gonzalez martinez" userId="8484171de3c12e77" providerId="LiveId" clId="{B270EBE8-B81C-4A36-ABE1-FF2237A82172}" dt="2020-03-20T11:28:25.350" v="1519" actId="478"/>
          <ac:spMkLst>
            <pc:docMk/>
            <pc:sldMk cId="3822281059" sldId="275"/>
            <ac:spMk id="4" creationId="{31F1E376-7189-4D75-B4AD-72B980121F39}"/>
          </ac:spMkLst>
        </pc:spChg>
        <pc:spChg chg="add del mod">
          <ac:chgData name="alberto gonzalez martinez" userId="8484171de3c12e77" providerId="LiveId" clId="{B270EBE8-B81C-4A36-ABE1-FF2237A82172}" dt="2020-03-20T11:27:25.070" v="1505"/>
          <ac:spMkLst>
            <pc:docMk/>
            <pc:sldMk cId="3822281059" sldId="275"/>
            <ac:spMk id="5" creationId="{8DB850A2-1ED3-4FB4-AC41-A6E315FF6C1D}"/>
          </ac:spMkLst>
        </pc:spChg>
        <pc:spChg chg="add mod">
          <ac:chgData name="alberto gonzalez martinez" userId="8484171de3c12e77" providerId="LiveId" clId="{B270EBE8-B81C-4A36-ABE1-FF2237A82172}" dt="2020-03-20T11:56:39.770" v="1820" actId="115"/>
          <ac:spMkLst>
            <pc:docMk/>
            <pc:sldMk cId="3822281059" sldId="275"/>
            <ac:spMk id="6" creationId="{C2E445B3-A95E-49F5-B671-2D6CB6F013CD}"/>
          </ac:spMkLst>
        </pc:spChg>
        <pc:spChg chg="add del mod">
          <ac:chgData name="alberto gonzalez martinez" userId="8484171de3c12e77" providerId="LiveId" clId="{B270EBE8-B81C-4A36-ABE1-FF2237A82172}" dt="2020-03-20T11:28:42.842" v="1524"/>
          <ac:spMkLst>
            <pc:docMk/>
            <pc:sldMk cId="3822281059" sldId="275"/>
            <ac:spMk id="7" creationId="{2E9FBB5F-7FA4-4213-B8F0-C4FEFBB66C3D}"/>
          </ac:spMkLst>
        </pc:spChg>
        <pc:spChg chg="add del">
          <ac:chgData name="alberto gonzalez martinez" userId="8484171de3c12e77" providerId="LiveId" clId="{B270EBE8-B81C-4A36-ABE1-FF2237A82172}" dt="2020-03-20T11:28:36.981" v="1523" actId="478"/>
          <ac:spMkLst>
            <pc:docMk/>
            <pc:sldMk cId="3822281059" sldId="275"/>
            <ac:spMk id="8" creationId="{779FA112-808F-4D37-8EAA-CA748C862FAF}"/>
          </ac:spMkLst>
        </pc:spChg>
        <pc:spChg chg="add mod">
          <ac:chgData name="alberto gonzalez martinez" userId="8484171de3c12e77" providerId="LiveId" clId="{B270EBE8-B81C-4A36-ABE1-FF2237A82172}" dt="2020-03-20T11:56:32.091" v="1819" actId="115"/>
          <ac:spMkLst>
            <pc:docMk/>
            <pc:sldMk cId="3822281059" sldId="275"/>
            <ac:spMk id="9" creationId="{2D3D1596-361C-4C6B-A33B-DF77B180C9D8}"/>
          </ac:spMkLst>
        </pc:spChg>
        <pc:spChg chg="add mod">
          <ac:chgData name="alberto gonzalez martinez" userId="8484171de3c12e77" providerId="LiveId" clId="{B270EBE8-B81C-4A36-ABE1-FF2237A82172}" dt="2020-03-20T11:56:31.200" v="1818" actId="115"/>
          <ac:spMkLst>
            <pc:docMk/>
            <pc:sldMk cId="3822281059" sldId="275"/>
            <ac:spMk id="10" creationId="{AA40F950-EEE5-4A54-AEDF-4B457FBFB0B7}"/>
          </ac:spMkLst>
        </pc:spChg>
        <pc:spChg chg="add mod">
          <ac:chgData name="alberto gonzalez martinez" userId="8484171de3c12e77" providerId="LiveId" clId="{B270EBE8-B81C-4A36-ABE1-FF2237A82172}" dt="2020-03-20T11:56:29.519" v="1817" actId="115"/>
          <ac:spMkLst>
            <pc:docMk/>
            <pc:sldMk cId="3822281059" sldId="275"/>
            <ac:spMk id="11" creationId="{F732E010-A615-4A50-A5F3-381C8DFEA532}"/>
          </ac:spMkLst>
        </pc:spChg>
        <pc:spChg chg="add del mod">
          <ac:chgData name="alberto gonzalez martinez" userId="8484171de3c12e77" providerId="LiveId" clId="{B270EBE8-B81C-4A36-ABE1-FF2237A82172}" dt="2020-03-20T11:37:52.257" v="1671" actId="478"/>
          <ac:spMkLst>
            <pc:docMk/>
            <pc:sldMk cId="3822281059" sldId="275"/>
            <ac:spMk id="12" creationId="{ACCF4CD4-6D8E-4CDB-B01E-3A5E3C1CEB48}"/>
          </ac:spMkLst>
        </pc:spChg>
      </pc:sldChg>
      <pc:sldChg chg="addSp delSp modSp add">
        <pc:chgData name="alberto gonzalez martinez" userId="8484171de3c12e77" providerId="LiveId" clId="{B270EBE8-B81C-4A36-ABE1-FF2237A82172}" dt="2020-03-20T12:01:06.014" v="1831" actId="179"/>
        <pc:sldMkLst>
          <pc:docMk/>
          <pc:sldMk cId="4281778146" sldId="276"/>
        </pc:sldMkLst>
        <pc:spChg chg="del">
          <ac:chgData name="alberto gonzalez martinez" userId="8484171de3c12e77" providerId="LiveId" clId="{B270EBE8-B81C-4A36-ABE1-FF2237A82172}" dt="2020-03-20T11:35:49.903" v="1657" actId="478"/>
          <ac:spMkLst>
            <pc:docMk/>
            <pc:sldMk cId="4281778146" sldId="276"/>
            <ac:spMk id="2" creationId="{E6C6C348-C66B-4715-BD59-65D3F67CE1AA}"/>
          </ac:spMkLst>
        </pc:spChg>
        <pc:spChg chg="add mod">
          <ac:chgData name="alberto gonzalez martinez" userId="8484171de3c12e77" providerId="LiveId" clId="{B270EBE8-B81C-4A36-ABE1-FF2237A82172}" dt="2020-03-20T12:01:06.014" v="1831" actId="179"/>
          <ac:spMkLst>
            <pc:docMk/>
            <pc:sldMk cId="4281778146" sldId="276"/>
            <ac:spMk id="3" creationId="{67BCB794-41AD-4C7C-A995-1FCFC145ED7A}"/>
          </ac:spMkLst>
        </pc:spChg>
        <pc:spChg chg="add mod">
          <ac:chgData name="alberto gonzalez martinez" userId="8484171de3c12e77" providerId="LiveId" clId="{B270EBE8-B81C-4A36-ABE1-FF2237A82172}" dt="2020-03-20T11:58:55.062" v="1827" actId="12"/>
          <ac:spMkLst>
            <pc:docMk/>
            <pc:sldMk cId="4281778146" sldId="276"/>
            <ac:spMk id="4" creationId="{FA9DDC73-1C84-461F-9CF4-45E4EE168ED1}"/>
          </ac:spMkLst>
        </pc:spChg>
        <pc:spChg chg="add mod">
          <ac:chgData name="alberto gonzalez martinez" userId="8484171de3c12e77" providerId="LiveId" clId="{B270EBE8-B81C-4A36-ABE1-FF2237A82172}" dt="2020-03-20T11:58:58.181" v="1828" actId="12"/>
          <ac:spMkLst>
            <pc:docMk/>
            <pc:sldMk cId="4281778146" sldId="276"/>
            <ac:spMk id="5" creationId="{36EB6BC5-97F5-4CC4-853E-9C2990CF8456}"/>
          </ac:spMkLst>
        </pc:spChg>
        <pc:spChg chg="add del mod">
          <ac:chgData name="alberto gonzalez martinez" userId="8484171de3c12e77" providerId="LiveId" clId="{B270EBE8-B81C-4A36-ABE1-FF2237A82172}" dt="2020-03-20T11:53:28.628" v="1757" actId="478"/>
          <ac:spMkLst>
            <pc:docMk/>
            <pc:sldMk cId="4281778146" sldId="276"/>
            <ac:spMk id="6" creationId="{530DDFEB-CCDD-4AC2-9763-593A87A86507}"/>
          </ac:spMkLst>
        </pc:spChg>
        <pc:spChg chg="add mod">
          <ac:chgData name="alberto gonzalez martinez" userId="8484171de3c12e77" providerId="LiveId" clId="{B270EBE8-B81C-4A36-ABE1-FF2237A82172}" dt="2020-03-20T11:58:43.598" v="1823" actId="12"/>
          <ac:spMkLst>
            <pc:docMk/>
            <pc:sldMk cId="4281778146" sldId="276"/>
            <ac:spMk id="7" creationId="{53772A63-022E-400E-825C-327BF009123C}"/>
          </ac:spMkLst>
        </pc:spChg>
      </pc:sldChg>
      <pc:sldChg chg="addSp delSp modSp add mod setBg setClrOvrMap">
        <pc:chgData name="alberto gonzalez martinez" userId="8484171de3c12e77" providerId="LiveId" clId="{B270EBE8-B81C-4A36-ABE1-FF2237A82172}" dt="2020-03-20T12:07:54.763" v="2021" actId="26606"/>
        <pc:sldMkLst>
          <pc:docMk/>
          <pc:sldMk cId="3359206712" sldId="277"/>
        </pc:sldMkLst>
        <pc:spChg chg="mod">
          <ac:chgData name="alberto gonzalez martinez" userId="8484171de3c12e77" providerId="LiveId" clId="{B270EBE8-B81C-4A36-ABE1-FF2237A82172}" dt="2020-03-20T12:07:54.763" v="2021" actId="26606"/>
          <ac:spMkLst>
            <pc:docMk/>
            <pc:sldMk cId="3359206712" sldId="277"/>
            <ac:spMk id="2" creationId="{9BB5CFA7-A752-4812-8C4E-3CC0606AC1CC}"/>
          </ac:spMkLst>
        </pc:spChg>
        <pc:spChg chg="mod">
          <ac:chgData name="alberto gonzalez martinez" userId="8484171de3c12e77" providerId="LiveId" clId="{B270EBE8-B81C-4A36-ABE1-FF2237A82172}" dt="2020-03-20T12:07:54.763" v="2021" actId="26606"/>
          <ac:spMkLst>
            <pc:docMk/>
            <pc:sldMk cId="3359206712" sldId="277"/>
            <ac:spMk id="3" creationId="{57E226FF-A458-4AF0-B975-763164025F77}"/>
          </ac:spMkLst>
        </pc:spChg>
        <pc:spChg chg="add del">
          <ac:chgData name="alberto gonzalez martinez" userId="8484171de3c12e77" providerId="LiveId" clId="{B270EBE8-B81C-4A36-ABE1-FF2237A82172}" dt="2020-03-20T12:07:54.763" v="2021" actId="26606"/>
          <ac:spMkLst>
            <pc:docMk/>
            <pc:sldMk cId="3359206712" sldId="277"/>
            <ac:spMk id="9" creationId="{867D4867-5BA7-4462-B2F6-A23F4A622AA7}"/>
          </ac:spMkLst>
        </pc:spChg>
        <pc:spChg chg="add del">
          <ac:chgData name="alberto gonzalez martinez" userId="8484171de3c12e77" providerId="LiveId" clId="{B270EBE8-B81C-4A36-ABE1-FF2237A82172}" dt="2020-03-20T12:07:53.920" v="2018" actId="26606"/>
          <ac:spMkLst>
            <pc:docMk/>
            <pc:sldMk cId="3359206712" sldId="277"/>
            <ac:spMk id="14" creationId="{3BAF1561-20C4-41FD-A35F-BF2B9E727F3E}"/>
          </ac:spMkLst>
        </pc:spChg>
        <pc:spChg chg="add del">
          <ac:chgData name="alberto gonzalez martinez" userId="8484171de3c12e77" providerId="LiveId" clId="{B270EBE8-B81C-4A36-ABE1-FF2237A82172}" dt="2020-03-20T12:07:53.920" v="2018" actId="26606"/>
          <ac:spMkLst>
            <pc:docMk/>
            <pc:sldMk cId="3359206712" sldId="277"/>
            <ac:spMk id="16" creationId="{839DC788-B140-4F3E-A91E-CB3E70ED940A}"/>
          </ac:spMkLst>
        </pc:spChg>
        <pc:spChg chg="add del">
          <ac:chgData name="alberto gonzalez martinez" userId="8484171de3c12e77" providerId="LiveId" clId="{B270EBE8-B81C-4A36-ABE1-FF2237A82172}" dt="2020-03-20T12:07:54.756" v="2020" actId="26606"/>
          <ac:spMkLst>
            <pc:docMk/>
            <pc:sldMk cId="3359206712" sldId="277"/>
            <ac:spMk id="20" creationId="{867D4867-5BA7-4462-B2F6-A23F4A622AA7}"/>
          </ac:spMkLst>
        </pc:spChg>
        <pc:spChg chg="add">
          <ac:chgData name="alberto gonzalez martinez" userId="8484171de3c12e77" providerId="LiveId" clId="{B270EBE8-B81C-4A36-ABE1-FF2237A82172}" dt="2020-03-20T12:07:54.763" v="2021" actId="26606"/>
          <ac:spMkLst>
            <pc:docMk/>
            <pc:sldMk cId="3359206712" sldId="277"/>
            <ac:spMk id="22" creationId="{3BAF1561-20C4-41FD-A35F-BF2B9E727F3E}"/>
          </ac:spMkLst>
        </pc:spChg>
        <pc:spChg chg="add">
          <ac:chgData name="alberto gonzalez martinez" userId="8484171de3c12e77" providerId="LiveId" clId="{B270EBE8-B81C-4A36-ABE1-FF2237A82172}" dt="2020-03-20T12:07:54.763" v="2021" actId="26606"/>
          <ac:spMkLst>
            <pc:docMk/>
            <pc:sldMk cId="3359206712" sldId="277"/>
            <ac:spMk id="23" creationId="{839DC788-B140-4F3E-A91E-CB3E70ED940A}"/>
          </ac:spMkLst>
        </pc:spChg>
        <pc:picChg chg="add mod">
          <ac:chgData name="alberto gonzalez martinez" userId="8484171de3c12e77" providerId="LiveId" clId="{B270EBE8-B81C-4A36-ABE1-FF2237A82172}" dt="2020-03-20T12:07:54.763" v="2021" actId="26606"/>
          <ac:picMkLst>
            <pc:docMk/>
            <pc:sldMk cId="3359206712" sldId="277"/>
            <ac:picMk id="4" creationId="{950A6DDF-7393-412C-A08D-E2604D7F73DE}"/>
          </ac:picMkLst>
        </pc:picChg>
        <pc:cxnChg chg="add del">
          <ac:chgData name="alberto gonzalez martinez" userId="8484171de3c12e77" providerId="LiveId" clId="{B270EBE8-B81C-4A36-ABE1-FF2237A82172}" dt="2020-03-20T12:07:53.920" v="2018" actId="26606"/>
          <ac:cxnSpMkLst>
            <pc:docMk/>
            <pc:sldMk cId="3359206712" sldId="277"/>
            <ac:cxnSpMk id="18" creationId="{FC18D930-0EEE-448F-ABF1-2AA3C83DA552}"/>
          </ac:cxnSpMkLst>
        </pc:cxnChg>
        <pc:cxnChg chg="add">
          <ac:chgData name="alberto gonzalez martinez" userId="8484171de3c12e77" providerId="LiveId" clId="{B270EBE8-B81C-4A36-ABE1-FF2237A82172}" dt="2020-03-20T12:07:54.763" v="2021" actId="26606"/>
          <ac:cxnSpMkLst>
            <pc:docMk/>
            <pc:sldMk cId="3359206712" sldId="277"/>
            <ac:cxnSpMk id="24" creationId="{FC18D930-0EEE-448F-ABF1-2AA3C83DA552}"/>
          </ac:cxnSpMkLst>
        </pc:cxnChg>
      </pc:sldChg>
      <pc:sldChg chg="addSp delSp modSp add">
        <pc:chgData name="alberto gonzalez martinez" userId="8484171de3c12e77" providerId="LiveId" clId="{B270EBE8-B81C-4A36-ABE1-FF2237A82172}" dt="2020-03-20T12:44:20.816" v="3322" actId="255"/>
        <pc:sldMkLst>
          <pc:docMk/>
          <pc:sldMk cId="1367468369" sldId="278"/>
        </pc:sldMkLst>
        <pc:spChg chg="del">
          <ac:chgData name="alberto gonzalez martinez" userId="8484171de3c12e77" providerId="LiveId" clId="{B270EBE8-B81C-4A36-ABE1-FF2237A82172}" dt="2020-03-20T12:34:40.652" v="2977" actId="478"/>
          <ac:spMkLst>
            <pc:docMk/>
            <pc:sldMk cId="1367468369" sldId="278"/>
            <ac:spMk id="2" creationId="{AF56A345-BB59-488E-994A-212B37DB554B}"/>
          </ac:spMkLst>
        </pc:spChg>
        <pc:spChg chg="del">
          <ac:chgData name="alberto gonzalez martinez" userId="8484171de3c12e77" providerId="LiveId" clId="{B270EBE8-B81C-4A36-ABE1-FF2237A82172}" dt="2020-03-20T12:34:42.109" v="2978" actId="478"/>
          <ac:spMkLst>
            <pc:docMk/>
            <pc:sldMk cId="1367468369" sldId="278"/>
            <ac:spMk id="3" creationId="{95633D6A-0F5B-4B24-A52E-F783EF5FAB75}"/>
          </ac:spMkLst>
        </pc:spChg>
        <pc:spChg chg="add del">
          <ac:chgData name="alberto gonzalez martinez" userId="8484171de3c12e77" providerId="LiveId" clId="{B270EBE8-B81C-4A36-ABE1-FF2237A82172}" dt="2020-03-20T12:36:38.217" v="3080"/>
          <ac:spMkLst>
            <pc:docMk/>
            <pc:sldMk cId="1367468369" sldId="278"/>
            <ac:spMk id="7" creationId="{7A105400-A045-4FF1-BC43-7A5B5969A146}"/>
          </ac:spMkLst>
        </pc:spChg>
        <pc:spChg chg="add del">
          <ac:chgData name="alberto gonzalez martinez" userId="8484171de3c12e77" providerId="LiveId" clId="{B270EBE8-B81C-4A36-ABE1-FF2237A82172}" dt="2020-03-20T12:37:54.058" v="3172"/>
          <ac:spMkLst>
            <pc:docMk/>
            <pc:sldMk cId="1367468369" sldId="278"/>
            <ac:spMk id="10" creationId="{8D5DBC8B-3180-4ABB-8290-4B16EADBF712}"/>
          </ac:spMkLst>
        </pc:spChg>
        <pc:spChg chg="add mod">
          <ac:chgData name="alberto gonzalez martinez" userId="8484171de3c12e77" providerId="LiveId" clId="{B270EBE8-B81C-4A36-ABE1-FF2237A82172}" dt="2020-03-20T12:41:28.480" v="3230" actId="20577"/>
          <ac:spMkLst>
            <pc:docMk/>
            <pc:sldMk cId="1367468369" sldId="278"/>
            <ac:spMk id="13" creationId="{677AA615-4592-428D-93FC-25D04019D8A7}"/>
          </ac:spMkLst>
        </pc:spChg>
        <pc:graphicFrameChg chg="add mod">
          <ac:chgData name="alberto gonzalez martinez" userId="8484171de3c12e77" providerId="LiveId" clId="{B270EBE8-B81C-4A36-ABE1-FF2237A82172}" dt="2020-03-20T12:44:09.124" v="3320" actId="255"/>
          <ac:graphicFrameMkLst>
            <pc:docMk/>
            <pc:sldMk cId="1367468369" sldId="278"/>
            <ac:graphicFrameMk id="6" creationId="{9D4AF881-2A4C-4C00-A066-56597B8DE286}"/>
          </ac:graphicFrameMkLst>
        </pc:graphicFrameChg>
        <pc:graphicFrameChg chg="add mod">
          <ac:chgData name="alberto gonzalez martinez" userId="8484171de3c12e77" providerId="LiveId" clId="{B270EBE8-B81C-4A36-ABE1-FF2237A82172}" dt="2020-03-20T12:41:05.872" v="3213" actId="1076"/>
          <ac:graphicFrameMkLst>
            <pc:docMk/>
            <pc:sldMk cId="1367468369" sldId="278"/>
            <ac:graphicFrameMk id="8" creationId="{E5699E8D-6B79-415F-BDBC-FB6766E74D26}"/>
          </ac:graphicFrameMkLst>
        </pc:graphicFrameChg>
        <pc:graphicFrameChg chg="add mod">
          <ac:chgData name="alberto gonzalez martinez" userId="8484171de3c12e77" providerId="LiveId" clId="{B270EBE8-B81C-4A36-ABE1-FF2237A82172}" dt="2020-03-20T12:44:16.224" v="3321" actId="255"/>
          <ac:graphicFrameMkLst>
            <pc:docMk/>
            <pc:sldMk cId="1367468369" sldId="278"/>
            <ac:graphicFrameMk id="9" creationId="{34399FA6-C2FC-455C-827D-600939DA41CC}"/>
          </ac:graphicFrameMkLst>
        </pc:graphicFrameChg>
        <pc:graphicFrameChg chg="add del mod">
          <ac:chgData name="alberto gonzalez martinez" userId="8484171de3c12e77" providerId="LiveId" clId="{B270EBE8-B81C-4A36-ABE1-FF2237A82172}" dt="2020-03-20T12:39:56.438" v="3204"/>
          <ac:graphicFrameMkLst>
            <pc:docMk/>
            <pc:sldMk cId="1367468369" sldId="278"/>
            <ac:graphicFrameMk id="11" creationId="{EEAAA534-BA1A-4481-AD42-8DBB06717BF8}"/>
          </ac:graphicFrameMkLst>
        </pc:graphicFrameChg>
        <pc:graphicFrameChg chg="add del mod">
          <ac:chgData name="alberto gonzalez martinez" userId="8484171de3c12e77" providerId="LiveId" clId="{B270EBE8-B81C-4A36-ABE1-FF2237A82172}" dt="2020-03-20T12:40:03.995" v="3206"/>
          <ac:graphicFrameMkLst>
            <pc:docMk/>
            <pc:sldMk cId="1367468369" sldId="278"/>
            <ac:graphicFrameMk id="12" creationId="{BB0CB3F9-464A-406E-955F-011B54BA4290}"/>
          </ac:graphicFrameMkLst>
        </pc:graphicFrameChg>
        <pc:graphicFrameChg chg="add mod">
          <ac:chgData name="alberto gonzalez martinez" userId="8484171de3c12e77" providerId="LiveId" clId="{B270EBE8-B81C-4A36-ABE1-FF2237A82172}" dt="2020-03-20T12:44:20.816" v="3322" actId="255"/>
          <ac:graphicFrameMkLst>
            <pc:docMk/>
            <pc:sldMk cId="1367468369" sldId="278"/>
            <ac:graphicFrameMk id="14" creationId="{B33EA82C-EBB8-48F5-B90A-8CB7D963AF6C}"/>
          </ac:graphicFrameMkLst>
        </pc:graphicFrameChg>
      </pc:sldChg>
      <pc:sldChg chg="addSp delSp modSp add">
        <pc:chgData name="alberto gonzalez martinez" userId="8484171de3c12e77" providerId="LiveId" clId="{B270EBE8-B81C-4A36-ABE1-FF2237A82172}" dt="2020-03-20T12:44:27.272" v="3323"/>
        <pc:sldMkLst>
          <pc:docMk/>
          <pc:sldMk cId="1232674616" sldId="279"/>
        </pc:sldMkLst>
        <pc:spChg chg="mod">
          <ac:chgData name="alberto gonzalez martinez" userId="8484171de3c12e77" providerId="LiveId" clId="{B270EBE8-B81C-4A36-ABE1-FF2237A82172}" dt="2020-03-20T12:44:27.272" v="3323"/>
          <ac:spMkLst>
            <pc:docMk/>
            <pc:sldMk cId="1232674616" sldId="279"/>
            <ac:spMk id="2" creationId="{D96A62DC-0299-487D-8601-D7E0381543D5}"/>
          </ac:spMkLst>
        </pc:spChg>
        <pc:spChg chg="del">
          <ac:chgData name="alberto gonzalez martinez" userId="8484171de3c12e77" providerId="LiveId" clId="{B270EBE8-B81C-4A36-ABE1-FF2237A82172}" dt="2020-03-20T12:39:51.290" v="3203" actId="478"/>
          <ac:spMkLst>
            <pc:docMk/>
            <pc:sldMk cId="1232674616" sldId="279"/>
            <ac:spMk id="3" creationId="{86421577-3677-4526-BD55-543DD2154DFC}"/>
          </ac:spMkLst>
        </pc:spChg>
        <pc:graphicFrameChg chg="add del mod">
          <ac:chgData name="alberto gonzalez martinez" userId="8484171de3c12e77" providerId="LiveId" clId="{B270EBE8-B81C-4A36-ABE1-FF2237A82172}" dt="2020-03-20T12:41:40.790" v="3232"/>
          <ac:graphicFrameMkLst>
            <pc:docMk/>
            <pc:sldMk cId="1232674616" sldId="279"/>
            <ac:graphicFrameMk id="4" creationId="{F42B07EB-C235-4CF2-B991-991839B3A572}"/>
          </ac:graphicFrameMkLst>
        </pc:graphicFrameChg>
        <pc:graphicFrameChg chg="add mod">
          <ac:chgData name="alberto gonzalez martinez" userId="8484171de3c12e77" providerId="LiveId" clId="{B270EBE8-B81C-4A36-ABE1-FF2237A82172}" dt="2020-03-20T12:43:43.580" v="3317" actId="255"/>
          <ac:graphicFrameMkLst>
            <pc:docMk/>
            <pc:sldMk cId="1232674616" sldId="279"/>
            <ac:graphicFrameMk id="5" creationId="{151201DE-9F10-4301-8346-0204C026C075}"/>
          </ac:graphicFrameMkLst>
        </pc:graphicFrameChg>
        <pc:graphicFrameChg chg="add mod">
          <ac:chgData name="alberto gonzalez martinez" userId="8484171de3c12e77" providerId="LiveId" clId="{B270EBE8-B81C-4A36-ABE1-FF2237A82172}" dt="2020-03-20T12:42:44.628" v="3272" actId="20577"/>
          <ac:graphicFrameMkLst>
            <pc:docMk/>
            <pc:sldMk cId="1232674616" sldId="279"/>
            <ac:graphicFrameMk id="6" creationId="{1176DC72-07DF-4B26-BE3F-8D33AE2333C7}"/>
          </ac:graphicFrameMkLst>
        </pc:graphicFrameChg>
        <pc:graphicFrameChg chg="add mod">
          <ac:chgData name="alberto gonzalez martinez" userId="8484171de3c12e77" providerId="LiveId" clId="{B270EBE8-B81C-4A36-ABE1-FF2237A82172}" dt="2020-03-20T12:43:26.373" v="3301" actId="20577"/>
          <ac:graphicFrameMkLst>
            <pc:docMk/>
            <pc:sldMk cId="1232674616" sldId="279"/>
            <ac:graphicFrameMk id="7" creationId="{4266BCA6-EA1D-49FC-AC06-EC9A18F1E3EA}"/>
          </ac:graphicFrameMkLst>
        </pc:graphicFrameChg>
        <pc:graphicFrameChg chg="add mod">
          <ac:chgData name="alberto gonzalez martinez" userId="8484171de3c12e77" providerId="LiveId" clId="{B270EBE8-B81C-4A36-ABE1-FF2237A82172}" dt="2020-03-20T12:43:56.493" v="3319" actId="255"/>
          <ac:graphicFrameMkLst>
            <pc:docMk/>
            <pc:sldMk cId="1232674616" sldId="279"/>
            <ac:graphicFrameMk id="8" creationId="{CBC5E56F-17FD-4774-A8A4-170699660647}"/>
          </ac:graphicFrameMkLst>
        </pc:graphicFrameChg>
      </pc:sldChg>
      <pc:sldChg chg="add del">
        <pc:chgData name="alberto gonzalez martinez" userId="8484171de3c12e77" providerId="LiveId" clId="{B270EBE8-B81C-4A36-ABE1-FF2237A82172}" dt="2020-03-20T12:41:54.433" v="3235" actId="2696"/>
        <pc:sldMkLst>
          <pc:docMk/>
          <pc:sldMk cId="1525468564" sldId="280"/>
        </pc:sldMkLst>
      </pc:sldChg>
      <pc:sldChg chg="add del">
        <pc:chgData name="alberto gonzalez martinez" userId="8484171de3c12e77" providerId="LiveId" clId="{B270EBE8-B81C-4A36-ABE1-FF2237A82172}" dt="2020-03-20T12:45:52.213" v="3325" actId="2696"/>
        <pc:sldMkLst>
          <pc:docMk/>
          <pc:sldMk cId="1889309835" sldId="280"/>
        </pc:sldMkLst>
      </pc:sldChg>
      <pc:sldChg chg="addSp delSp modSp add mod setBg">
        <pc:chgData name="alberto gonzalez martinez" userId="8484171de3c12e77" providerId="LiveId" clId="{B270EBE8-B81C-4A36-ABE1-FF2237A82172}" dt="2020-03-20T13:01:46.815" v="3836" actId="26606"/>
        <pc:sldMkLst>
          <pc:docMk/>
          <pc:sldMk cId="4004940329" sldId="280"/>
        </pc:sldMkLst>
        <pc:spChg chg="mod">
          <ac:chgData name="alberto gonzalez martinez" userId="8484171de3c12e77" providerId="LiveId" clId="{B270EBE8-B81C-4A36-ABE1-FF2237A82172}" dt="2020-03-20T13:01:46.815" v="3836" actId="26606"/>
          <ac:spMkLst>
            <pc:docMk/>
            <pc:sldMk cId="4004940329" sldId="280"/>
            <ac:spMk id="2" creationId="{DAB7D4A7-FC6A-449E-8E0E-6B2D58146004}"/>
          </ac:spMkLst>
        </pc:spChg>
        <pc:spChg chg="del">
          <ac:chgData name="alberto gonzalez martinez" userId="8484171de3c12e77" providerId="LiveId" clId="{B270EBE8-B81C-4A36-ABE1-FF2237A82172}" dt="2020-03-20T12:56:11.696" v="3681"/>
          <ac:spMkLst>
            <pc:docMk/>
            <pc:sldMk cId="4004940329" sldId="280"/>
            <ac:spMk id="3" creationId="{5D6B65A4-C64E-4290-8542-B7C28A8D023C}"/>
          </ac:spMkLst>
        </pc:spChg>
        <pc:spChg chg="add del mod">
          <ac:chgData name="alberto gonzalez martinez" userId="8484171de3c12e77" providerId="LiveId" clId="{B270EBE8-B81C-4A36-ABE1-FF2237A82172}" dt="2020-03-20T12:57:06.049" v="3685"/>
          <ac:spMkLst>
            <pc:docMk/>
            <pc:sldMk cId="4004940329" sldId="280"/>
            <ac:spMk id="6" creationId="{AC524D0A-E9A4-4BED-AECC-DB0669C46AD0}"/>
          </ac:spMkLst>
        </pc:spChg>
        <pc:spChg chg="add mod ord">
          <ac:chgData name="alberto gonzalez martinez" userId="8484171de3c12e77" providerId="LiveId" clId="{B270EBE8-B81C-4A36-ABE1-FF2237A82172}" dt="2020-03-20T13:01:46.815" v="3836" actId="26606"/>
          <ac:spMkLst>
            <pc:docMk/>
            <pc:sldMk cId="4004940329" sldId="280"/>
            <ac:spMk id="9" creationId="{BBE8A6CF-4C03-4EE9-8017-65911121F5AC}"/>
          </ac:spMkLst>
        </pc:spChg>
        <pc:spChg chg="add del">
          <ac:chgData name="alberto gonzalez martinez" userId="8484171de3c12e77" providerId="LiveId" clId="{B270EBE8-B81C-4A36-ABE1-FF2237A82172}" dt="2020-03-20T12:57:41.438" v="3692" actId="26606"/>
          <ac:spMkLst>
            <pc:docMk/>
            <pc:sldMk cId="4004940329" sldId="280"/>
            <ac:spMk id="12" creationId="{7CA0DAA6-33B8-4A25-810D-2F4D816FB40E}"/>
          </ac:spMkLst>
        </pc:spChg>
        <pc:spChg chg="add del">
          <ac:chgData name="alberto gonzalez martinez" userId="8484171de3c12e77" providerId="LiveId" clId="{B270EBE8-B81C-4A36-ABE1-FF2237A82172}" dt="2020-03-20T13:01:46.810" v="3835" actId="26606"/>
          <ac:spMkLst>
            <pc:docMk/>
            <pc:sldMk cId="4004940329" sldId="280"/>
            <ac:spMk id="15" creationId="{4038CB10-1F5C-4D54-9DF7-12586DE5B007}"/>
          </ac:spMkLst>
        </pc:spChg>
        <pc:spChg chg="add del">
          <ac:chgData name="alberto gonzalez martinez" userId="8484171de3c12e77" providerId="LiveId" clId="{B270EBE8-B81C-4A36-ABE1-FF2237A82172}" dt="2020-03-20T13:01:46.810" v="3835" actId="26606"/>
          <ac:spMkLst>
            <pc:docMk/>
            <pc:sldMk cId="4004940329" sldId="280"/>
            <ac:spMk id="17" creationId="{73ED6512-6858-4552-B699-9A97FE9A4EA2}"/>
          </ac:spMkLst>
        </pc:spChg>
        <pc:spChg chg="add">
          <ac:chgData name="alberto gonzalez martinez" userId="8484171de3c12e77" providerId="LiveId" clId="{B270EBE8-B81C-4A36-ABE1-FF2237A82172}" dt="2020-03-20T13:01:46.815" v="3836" actId="26606"/>
          <ac:spMkLst>
            <pc:docMk/>
            <pc:sldMk cId="4004940329" sldId="280"/>
            <ac:spMk id="19" creationId="{6832F003-FCA6-4CFB-A2EA-308F3AA257D1}"/>
          </ac:spMkLst>
        </pc:spChg>
        <pc:spChg chg="add">
          <ac:chgData name="alberto gonzalez martinez" userId="8484171de3c12e77" providerId="LiveId" clId="{B270EBE8-B81C-4A36-ABE1-FF2237A82172}" dt="2020-03-20T13:01:46.815" v="3836" actId="26606"/>
          <ac:spMkLst>
            <pc:docMk/>
            <pc:sldMk cId="4004940329" sldId="280"/>
            <ac:spMk id="20" creationId="{B34F5AD2-EDBD-4BBD-A55C-EAFFD0C7097A}"/>
          </ac:spMkLst>
        </pc:spChg>
        <pc:spChg chg="add">
          <ac:chgData name="alberto gonzalez martinez" userId="8484171de3c12e77" providerId="LiveId" clId="{B270EBE8-B81C-4A36-ABE1-FF2237A82172}" dt="2020-03-20T13:01:46.815" v="3836" actId="26606"/>
          <ac:spMkLst>
            <pc:docMk/>
            <pc:sldMk cId="4004940329" sldId="280"/>
            <ac:spMk id="21" creationId="{C3896A03-3945-419A-B66B-4EE266EDD152}"/>
          </ac:spMkLst>
        </pc:spChg>
        <pc:picChg chg="add del mod modCrop">
          <ac:chgData name="alberto gonzalez martinez" userId="8484171de3c12e77" providerId="LiveId" clId="{B270EBE8-B81C-4A36-ABE1-FF2237A82172}" dt="2020-03-20T12:56:48.261" v="3684" actId="478"/>
          <ac:picMkLst>
            <pc:docMk/>
            <pc:sldMk cId="4004940329" sldId="280"/>
            <ac:picMk id="4" creationId="{D20AFA7D-D336-42A5-9254-4612530F84CF}"/>
          </ac:picMkLst>
        </pc:picChg>
        <pc:picChg chg="add del mod">
          <ac:chgData name="alberto gonzalez martinez" userId="8484171de3c12e77" providerId="LiveId" clId="{B270EBE8-B81C-4A36-ABE1-FF2237A82172}" dt="2020-03-20T13:00:27.494" v="3702" actId="478"/>
          <ac:picMkLst>
            <pc:docMk/>
            <pc:sldMk cId="4004940329" sldId="280"/>
            <ac:picMk id="7" creationId="{4E544FCF-73D3-4067-9C34-A15EB6AAE75D}"/>
          </ac:picMkLst>
        </pc:picChg>
        <pc:picChg chg="add mod">
          <ac:chgData name="alberto gonzalez martinez" userId="8484171de3c12e77" providerId="LiveId" clId="{B270EBE8-B81C-4A36-ABE1-FF2237A82172}" dt="2020-03-20T13:01:46.815" v="3836" actId="26606"/>
          <ac:picMkLst>
            <pc:docMk/>
            <pc:sldMk cId="4004940329" sldId="280"/>
            <ac:picMk id="10" creationId="{9210FB2B-DB6B-4A23-8051-9CCD2CADEB23}"/>
          </ac:picMkLst>
        </pc:picChg>
      </pc:sldChg>
      <pc:sldChg chg="modSp add del">
        <pc:chgData name="alberto gonzalez martinez" userId="8484171de3c12e77" providerId="LiveId" clId="{B270EBE8-B81C-4A36-ABE1-FF2237A82172}" dt="2020-03-20T13:02:06.115" v="3837" actId="2696"/>
        <pc:sldMkLst>
          <pc:docMk/>
          <pc:sldMk cId="3101805731" sldId="281"/>
        </pc:sldMkLst>
        <pc:spChg chg="mod">
          <ac:chgData name="alberto gonzalez martinez" userId="8484171de3c12e77" providerId="LiveId" clId="{B270EBE8-B81C-4A36-ABE1-FF2237A82172}" dt="2020-03-20T12:54:31.539" v="3677"/>
          <ac:spMkLst>
            <pc:docMk/>
            <pc:sldMk cId="3101805731" sldId="281"/>
            <ac:spMk id="2" creationId="{C003F8E9-2EF6-44EA-8EFD-CB8208E129DD}"/>
          </ac:spMkLst>
        </pc:spChg>
      </pc:sldChg>
      <pc:sldChg chg="modSp add del">
        <pc:chgData name="alberto gonzalez martinez" userId="8484171de3c12e77" providerId="LiveId" clId="{B270EBE8-B81C-4A36-ABE1-FF2237A82172}" dt="2020-03-20T13:02:07.032" v="3838" actId="2696"/>
        <pc:sldMkLst>
          <pc:docMk/>
          <pc:sldMk cId="177873569" sldId="282"/>
        </pc:sldMkLst>
        <pc:spChg chg="mod">
          <ac:chgData name="alberto gonzalez martinez" userId="8484171de3c12e77" providerId="LiveId" clId="{B270EBE8-B81C-4A36-ABE1-FF2237A82172}" dt="2020-03-20T12:54:34.986" v="3680"/>
          <ac:spMkLst>
            <pc:docMk/>
            <pc:sldMk cId="177873569" sldId="282"/>
            <ac:spMk id="2" creationId="{C48053F1-971B-4B75-8847-F69C2E350706}"/>
          </ac:spMkLst>
        </pc:spChg>
        <pc:spChg chg="mod">
          <ac:chgData name="alberto gonzalez martinez" userId="8484171de3c12e77" providerId="LiveId" clId="{B270EBE8-B81C-4A36-ABE1-FF2237A82172}" dt="2020-03-20T12:54:34.277" v="3679" actId="1076"/>
          <ac:spMkLst>
            <pc:docMk/>
            <pc:sldMk cId="177873569" sldId="282"/>
            <ac:spMk id="3" creationId="{4BA8729A-899C-432D-A621-0F5E35F5D1D2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FEE4C0-C6FC-45AC-8E66-A0161D7620F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79D95BFC-B6F4-43CD-B1A6-A06DFF3125CE}">
      <dgm:prSet phldrT="[Texto]" custT="1"/>
      <dgm:spPr/>
      <dgm:t>
        <a:bodyPr/>
        <a:lstStyle/>
        <a:p>
          <a:r>
            <a:rPr lang="es-ES" sz="1900" b="1" dirty="0"/>
            <a:t>Requisitos</a:t>
          </a:r>
        </a:p>
      </dgm:t>
    </dgm:pt>
    <dgm:pt modelId="{9E240159-9211-445C-8F3B-6CEE56EBF080}" type="parTrans" cxnId="{34DD7415-7AEF-4DC3-8EBF-E3843D9F3B1B}">
      <dgm:prSet/>
      <dgm:spPr/>
      <dgm:t>
        <a:bodyPr/>
        <a:lstStyle/>
        <a:p>
          <a:endParaRPr lang="es-ES"/>
        </a:p>
      </dgm:t>
    </dgm:pt>
    <dgm:pt modelId="{EBE5490F-A163-4F09-BF7D-C9DD6550335F}" type="sibTrans" cxnId="{34DD7415-7AEF-4DC3-8EBF-E3843D9F3B1B}">
      <dgm:prSet/>
      <dgm:spPr/>
      <dgm:t>
        <a:bodyPr/>
        <a:lstStyle/>
        <a:p>
          <a:endParaRPr lang="es-ES"/>
        </a:p>
      </dgm:t>
    </dgm:pt>
    <dgm:pt modelId="{463CC440-8F1F-4FD6-9BCF-ABEF4CDD9948}">
      <dgm:prSet phldrT="[Texto]"/>
      <dgm:spPr/>
      <dgm:t>
        <a:bodyPr/>
        <a:lstStyle/>
        <a:p>
          <a:r>
            <a:rPr lang="es-ES" dirty="0"/>
            <a:t>Informe con la especificación de requisitos</a:t>
          </a:r>
        </a:p>
      </dgm:t>
    </dgm:pt>
    <dgm:pt modelId="{D0734CBC-A10E-4440-BDB1-7EDF8A2D5581}" type="parTrans" cxnId="{D5D20415-F869-4142-BC8A-CFDDC69365BC}">
      <dgm:prSet/>
      <dgm:spPr/>
      <dgm:t>
        <a:bodyPr/>
        <a:lstStyle/>
        <a:p>
          <a:endParaRPr lang="es-ES"/>
        </a:p>
      </dgm:t>
    </dgm:pt>
    <dgm:pt modelId="{2BD0E2F3-3BDE-41AD-8D34-3EA510CC099F}" type="sibTrans" cxnId="{D5D20415-F869-4142-BC8A-CFDDC69365BC}">
      <dgm:prSet/>
      <dgm:spPr/>
      <dgm:t>
        <a:bodyPr/>
        <a:lstStyle/>
        <a:p>
          <a:endParaRPr lang="es-ES"/>
        </a:p>
      </dgm:t>
    </dgm:pt>
    <dgm:pt modelId="{3613B7CC-1B46-46D6-A5F9-42FF3498E6F9}" type="pres">
      <dgm:prSet presAssocID="{19FEE4C0-C6FC-45AC-8E66-A0161D7620F4}" presName="Name0" presStyleCnt="0">
        <dgm:presLayoutVars>
          <dgm:dir/>
          <dgm:resizeHandles val="exact"/>
        </dgm:presLayoutVars>
      </dgm:prSet>
      <dgm:spPr/>
    </dgm:pt>
    <dgm:pt modelId="{82DD1678-A47C-400F-BD89-3AC548D759D9}" type="pres">
      <dgm:prSet presAssocID="{79D95BFC-B6F4-43CD-B1A6-A06DFF3125CE}" presName="node" presStyleLbl="node1" presStyleIdx="0" presStyleCnt="2">
        <dgm:presLayoutVars>
          <dgm:bulletEnabled val="1"/>
        </dgm:presLayoutVars>
      </dgm:prSet>
      <dgm:spPr/>
    </dgm:pt>
    <dgm:pt modelId="{384838CB-A3FA-43B9-AB0F-A2FD761946AD}" type="pres">
      <dgm:prSet presAssocID="{EBE5490F-A163-4F09-BF7D-C9DD6550335F}" presName="sibTrans" presStyleLbl="sibTrans2D1" presStyleIdx="0" presStyleCnt="1"/>
      <dgm:spPr/>
    </dgm:pt>
    <dgm:pt modelId="{0CFCA3A3-95A1-4743-894F-02B235A71EB7}" type="pres">
      <dgm:prSet presAssocID="{EBE5490F-A163-4F09-BF7D-C9DD6550335F}" presName="connectorText" presStyleLbl="sibTrans2D1" presStyleIdx="0" presStyleCnt="1"/>
      <dgm:spPr/>
    </dgm:pt>
    <dgm:pt modelId="{A232B185-C279-4594-A651-E42CA40A5AA6}" type="pres">
      <dgm:prSet presAssocID="{463CC440-8F1F-4FD6-9BCF-ABEF4CDD9948}" presName="node" presStyleLbl="node1" presStyleIdx="1" presStyleCnt="2">
        <dgm:presLayoutVars>
          <dgm:bulletEnabled val="1"/>
        </dgm:presLayoutVars>
      </dgm:prSet>
      <dgm:spPr/>
    </dgm:pt>
  </dgm:ptLst>
  <dgm:cxnLst>
    <dgm:cxn modelId="{F793BB0C-2B3F-47DA-A779-09317279E236}" type="presOf" srcId="{19FEE4C0-C6FC-45AC-8E66-A0161D7620F4}" destId="{3613B7CC-1B46-46D6-A5F9-42FF3498E6F9}" srcOrd="0" destOrd="0" presId="urn:microsoft.com/office/officeart/2005/8/layout/process1"/>
    <dgm:cxn modelId="{D5D20415-F869-4142-BC8A-CFDDC69365BC}" srcId="{19FEE4C0-C6FC-45AC-8E66-A0161D7620F4}" destId="{463CC440-8F1F-4FD6-9BCF-ABEF4CDD9948}" srcOrd="1" destOrd="0" parTransId="{D0734CBC-A10E-4440-BDB1-7EDF8A2D5581}" sibTransId="{2BD0E2F3-3BDE-41AD-8D34-3EA510CC099F}"/>
    <dgm:cxn modelId="{34DD7415-7AEF-4DC3-8EBF-E3843D9F3B1B}" srcId="{19FEE4C0-C6FC-45AC-8E66-A0161D7620F4}" destId="{79D95BFC-B6F4-43CD-B1A6-A06DFF3125CE}" srcOrd="0" destOrd="0" parTransId="{9E240159-9211-445C-8F3B-6CEE56EBF080}" sibTransId="{EBE5490F-A163-4F09-BF7D-C9DD6550335F}"/>
    <dgm:cxn modelId="{C55B1544-E358-4A52-9B5B-56A3EA6C97E9}" type="presOf" srcId="{463CC440-8F1F-4FD6-9BCF-ABEF4CDD9948}" destId="{A232B185-C279-4594-A651-E42CA40A5AA6}" srcOrd="0" destOrd="0" presId="urn:microsoft.com/office/officeart/2005/8/layout/process1"/>
    <dgm:cxn modelId="{BD68A44D-5116-426E-A0CC-B4962630E5C4}" type="presOf" srcId="{79D95BFC-B6F4-43CD-B1A6-A06DFF3125CE}" destId="{82DD1678-A47C-400F-BD89-3AC548D759D9}" srcOrd="0" destOrd="0" presId="urn:microsoft.com/office/officeart/2005/8/layout/process1"/>
    <dgm:cxn modelId="{7D948351-5F9F-417C-91D5-C12A2581FEAB}" type="presOf" srcId="{EBE5490F-A163-4F09-BF7D-C9DD6550335F}" destId="{384838CB-A3FA-43B9-AB0F-A2FD761946AD}" srcOrd="0" destOrd="0" presId="urn:microsoft.com/office/officeart/2005/8/layout/process1"/>
    <dgm:cxn modelId="{89D548C2-2D42-45A7-9D60-01BCCFFA6264}" type="presOf" srcId="{EBE5490F-A163-4F09-BF7D-C9DD6550335F}" destId="{0CFCA3A3-95A1-4743-894F-02B235A71EB7}" srcOrd="1" destOrd="0" presId="urn:microsoft.com/office/officeart/2005/8/layout/process1"/>
    <dgm:cxn modelId="{84F565AE-5F4B-4633-91CD-E2143EBC1D75}" type="presParOf" srcId="{3613B7CC-1B46-46D6-A5F9-42FF3498E6F9}" destId="{82DD1678-A47C-400F-BD89-3AC548D759D9}" srcOrd="0" destOrd="0" presId="urn:microsoft.com/office/officeart/2005/8/layout/process1"/>
    <dgm:cxn modelId="{084A0757-50F3-4C33-8832-11DD8E446144}" type="presParOf" srcId="{3613B7CC-1B46-46D6-A5F9-42FF3498E6F9}" destId="{384838CB-A3FA-43B9-AB0F-A2FD761946AD}" srcOrd="1" destOrd="0" presId="urn:microsoft.com/office/officeart/2005/8/layout/process1"/>
    <dgm:cxn modelId="{21F986F0-E4A8-4751-BB16-830800E91305}" type="presParOf" srcId="{384838CB-A3FA-43B9-AB0F-A2FD761946AD}" destId="{0CFCA3A3-95A1-4743-894F-02B235A71EB7}" srcOrd="0" destOrd="0" presId="urn:microsoft.com/office/officeart/2005/8/layout/process1"/>
    <dgm:cxn modelId="{11412D36-EBFB-4559-8765-D20E48D50CDB}" type="presParOf" srcId="{3613B7CC-1B46-46D6-A5F9-42FF3498E6F9}" destId="{A232B185-C279-4594-A651-E42CA40A5AA6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FEE4C0-C6FC-45AC-8E66-A0161D7620F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79D95BFC-B6F4-43CD-B1A6-A06DFF3125CE}">
      <dgm:prSet phldrT="[Texto]"/>
      <dgm:spPr/>
      <dgm:t>
        <a:bodyPr/>
        <a:lstStyle/>
        <a:p>
          <a:r>
            <a:rPr lang="es-ES" b="1" dirty="0"/>
            <a:t>Estudio del sistema a desarrollar</a:t>
          </a:r>
        </a:p>
      </dgm:t>
    </dgm:pt>
    <dgm:pt modelId="{9E240159-9211-445C-8F3B-6CEE56EBF080}" type="parTrans" cxnId="{34DD7415-7AEF-4DC3-8EBF-E3843D9F3B1B}">
      <dgm:prSet/>
      <dgm:spPr/>
      <dgm:t>
        <a:bodyPr/>
        <a:lstStyle/>
        <a:p>
          <a:endParaRPr lang="es-ES"/>
        </a:p>
      </dgm:t>
    </dgm:pt>
    <dgm:pt modelId="{EBE5490F-A163-4F09-BF7D-C9DD6550335F}" type="sibTrans" cxnId="{34DD7415-7AEF-4DC3-8EBF-E3843D9F3B1B}">
      <dgm:prSet/>
      <dgm:spPr/>
      <dgm:t>
        <a:bodyPr/>
        <a:lstStyle/>
        <a:p>
          <a:endParaRPr lang="es-ES"/>
        </a:p>
      </dgm:t>
    </dgm:pt>
    <dgm:pt modelId="{463CC440-8F1F-4FD6-9BCF-ABEF4CDD9948}">
      <dgm:prSet phldrT="[Texto]"/>
      <dgm:spPr/>
      <dgm:t>
        <a:bodyPr/>
        <a:lstStyle/>
        <a:p>
          <a:r>
            <a:rPr lang="es-ES" dirty="0"/>
            <a:t>Informe con el estudio del sistema a desarrollar</a:t>
          </a:r>
        </a:p>
      </dgm:t>
    </dgm:pt>
    <dgm:pt modelId="{D0734CBC-A10E-4440-BDB1-7EDF8A2D5581}" type="parTrans" cxnId="{D5D20415-F869-4142-BC8A-CFDDC69365BC}">
      <dgm:prSet/>
      <dgm:spPr/>
      <dgm:t>
        <a:bodyPr/>
        <a:lstStyle/>
        <a:p>
          <a:endParaRPr lang="es-ES"/>
        </a:p>
      </dgm:t>
    </dgm:pt>
    <dgm:pt modelId="{2BD0E2F3-3BDE-41AD-8D34-3EA510CC099F}" type="sibTrans" cxnId="{D5D20415-F869-4142-BC8A-CFDDC69365BC}">
      <dgm:prSet/>
      <dgm:spPr/>
      <dgm:t>
        <a:bodyPr/>
        <a:lstStyle/>
        <a:p>
          <a:endParaRPr lang="es-ES"/>
        </a:p>
      </dgm:t>
    </dgm:pt>
    <dgm:pt modelId="{3613B7CC-1B46-46D6-A5F9-42FF3498E6F9}" type="pres">
      <dgm:prSet presAssocID="{19FEE4C0-C6FC-45AC-8E66-A0161D7620F4}" presName="Name0" presStyleCnt="0">
        <dgm:presLayoutVars>
          <dgm:dir/>
          <dgm:resizeHandles val="exact"/>
        </dgm:presLayoutVars>
      </dgm:prSet>
      <dgm:spPr/>
    </dgm:pt>
    <dgm:pt modelId="{82DD1678-A47C-400F-BD89-3AC548D759D9}" type="pres">
      <dgm:prSet presAssocID="{79D95BFC-B6F4-43CD-B1A6-A06DFF3125CE}" presName="node" presStyleLbl="node1" presStyleIdx="0" presStyleCnt="2">
        <dgm:presLayoutVars>
          <dgm:bulletEnabled val="1"/>
        </dgm:presLayoutVars>
      </dgm:prSet>
      <dgm:spPr/>
    </dgm:pt>
    <dgm:pt modelId="{384838CB-A3FA-43B9-AB0F-A2FD761946AD}" type="pres">
      <dgm:prSet presAssocID="{EBE5490F-A163-4F09-BF7D-C9DD6550335F}" presName="sibTrans" presStyleLbl="sibTrans2D1" presStyleIdx="0" presStyleCnt="1"/>
      <dgm:spPr/>
    </dgm:pt>
    <dgm:pt modelId="{0CFCA3A3-95A1-4743-894F-02B235A71EB7}" type="pres">
      <dgm:prSet presAssocID="{EBE5490F-A163-4F09-BF7D-C9DD6550335F}" presName="connectorText" presStyleLbl="sibTrans2D1" presStyleIdx="0" presStyleCnt="1"/>
      <dgm:spPr/>
    </dgm:pt>
    <dgm:pt modelId="{A232B185-C279-4594-A651-E42CA40A5AA6}" type="pres">
      <dgm:prSet presAssocID="{463CC440-8F1F-4FD6-9BCF-ABEF4CDD9948}" presName="node" presStyleLbl="node1" presStyleIdx="1" presStyleCnt="2">
        <dgm:presLayoutVars>
          <dgm:bulletEnabled val="1"/>
        </dgm:presLayoutVars>
      </dgm:prSet>
      <dgm:spPr/>
    </dgm:pt>
  </dgm:ptLst>
  <dgm:cxnLst>
    <dgm:cxn modelId="{F793BB0C-2B3F-47DA-A779-09317279E236}" type="presOf" srcId="{19FEE4C0-C6FC-45AC-8E66-A0161D7620F4}" destId="{3613B7CC-1B46-46D6-A5F9-42FF3498E6F9}" srcOrd="0" destOrd="0" presId="urn:microsoft.com/office/officeart/2005/8/layout/process1"/>
    <dgm:cxn modelId="{D5D20415-F869-4142-BC8A-CFDDC69365BC}" srcId="{19FEE4C0-C6FC-45AC-8E66-A0161D7620F4}" destId="{463CC440-8F1F-4FD6-9BCF-ABEF4CDD9948}" srcOrd="1" destOrd="0" parTransId="{D0734CBC-A10E-4440-BDB1-7EDF8A2D5581}" sibTransId="{2BD0E2F3-3BDE-41AD-8D34-3EA510CC099F}"/>
    <dgm:cxn modelId="{34DD7415-7AEF-4DC3-8EBF-E3843D9F3B1B}" srcId="{19FEE4C0-C6FC-45AC-8E66-A0161D7620F4}" destId="{79D95BFC-B6F4-43CD-B1A6-A06DFF3125CE}" srcOrd="0" destOrd="0" parTransId="{9E240159-9211-445C-8F3B-6CEE56EBF080}" sibTransId="{EBE5490F-A163-4F09-BF7D-C9DD6550335F}"/>
    <dgm:cxn modelId="{C55B1544-E358-4A52-9B5B-56A3EA6C97E9}" type="presOf" srcId="{463CC440-8F1F-4FD6-9BCF-ABEF4CDD9948}" destId="{A232B185-C279-4594-A651-E42CA40A5AA6}" srcOrd="0" destOrd="0" presId="urn:microsoft.com/office/officeart/2005/8/layout/process1"/>
    <dgm:cxn modelId="{BD68A44D-5116-426E-A0CC-B4962630E5C4}" type="presOf" srcId="{79D95BFC-B6F4-43CD-B1A6-A06DFF3125CE}" destId="{82DD1678-A47C-400F-BD89-3AC548D759D9}" srcOrd="0" destOrd="0" presId="urn:microsoft.com/office/officeart/2005/8/layout/process1"/>
    <dgm:cxn modelId="{7D948351-5F9F-417C-91D5-C12A2581FEAB}" type="presOf" srcId="{EBE5490F-A163-4F09-BF7D-C9DD6550335F}" destId="{384838CB-A3FA-43B9-AB0F-A2FD761946AD}" srcOrd="0" destOrd="0" presId="urn:microsoft.com/office/officeart/2005/8/layout/process1"/>
    <dgm:cxn modelId="{89D548C2-2D42-45A7-9D60-01BCCFFA6264}" type="presOf" srcId="{EBE5490F-A163-4F09-BF7D-C9DD6550335F}" destId="{0CFCA3A3-95A1-4743-894F-02B235A71EB7}" srcOrd="1" destOrd="0" presId="urn:microsoft.com/office/officeart/2005/8/layout/process1"/>
    <dgm:cxn modelId="{84F565AE-5F4B-4633-91CD-E2143EBC1D75}" type="presParOf" srcId="{3613B7CC-1B46-46D6-A5F9-42FF3498E6F9}" destId="{82DD1678-A47C-400F-BD89-3AC548D759D9}" srcOrd="0" destOrd="0" presId="urn:microsoft.com/office/officeart/2005/8/layout/process1"/>
    <dgm:cxn modelId="{084A0757-50F3-4C33-8832-11DD8E446144}" type="presParOf" srcId="{3613B7CC-1B46-46D6-A5F9-42FF3498E6F9}" destId="{384838CB-A3FA-43B9-AB0F-A2FD761946AD}" srcOrd="1" destOrd="0" presId="urn:microsoft.com/office/officeart/2005/8/layout/process1"/>
    <dgm:cxn modelId="{21F986F0-E4A8-4751-BB16-830800E91305}" type="presParOf" srcId="{384838CB-A3FA-43B9-AB0F-A2FD761946AD}" destId="{0CFCA3A3-95A1-4743-894F-02B235A71EB7}" srcOrd="0" destOrd="0" presId="urn:microsoft.com/office/officeart/2005/8/layout/process1"/>
    <dgm:cxn modelId="{11412D36-EBFB-4559-8765-D20E48D50CDB}" type="presParOf" srcId="{3613B7CC-1B46-46D6-A5F9-42FF3498E6F9}" destId="{A232B185-C279-4594-A651-E42CA40A5AA6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9FEE4C0-C6FC-45AC-8E66-A0161D7620F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79D95BFC-B6F4-43CD-B1A6-A06DFF3125CE}">
      <dgm:prSet phldrT="[Texto]" custT="1"/>
      <dgm:spPr/>
      <dgm:t>
        <a:bodyPr/>
        <a:lstStyle/>
        <a:p>
          <a:r>
            <a:rPr lang="es-ES" sz="1900" b="1" dirty="0"/>
            <a:t>Diseño</a:t>
          </a:r>
        </a:p>
      </dgm:t>
    </dgm:pt>
    <dgm:pt modelId="{9E240159-9211-445C-8F3B-6CEE56EBF080}" type="parTrans" cxnId="{34DD7415-7AEF-4DC3-8EBF-E3843D9F3B1B}">
      <dgm:prSet/>
      <dgm:spPr/>
      <dgm:t>
        <a:bodyPr/>
        <a:lstStyle/>
        <a:p>
          <a:endParaRPr lang="es-ES"/>
        </a:p>
      </dgm:t>
    </dgm:pt>
    <dgm:pt modelId="{EBE5490F-A163-4F09-BF7D-C9DD6550335F}" type="sibTrans" cxnId="{34DD7415-7AEF-4DC3-8EBF-E3843D9F3B1B}">
      <dgm:prSet/>
      <dgm:spPr/>
      <dgm:t>
        <a:bodyPr/>
        <a:lstStyle/>
        <a:p>
          <a:endParaRPr lang="es-ES"/>
        </a:p>
      </dgm:t>
    </dgm:pt>
    <dgm:pt modelId="{463CC440-8F1F-4FD6-9BCF-ABEF4CDD9948}">
      <dgm:prSet phldrT="[Texto]"/>
      <dgm:spPr/>
      <dgm:t>
        <a:bodyPr/>
        <a:lstStyle/>
        <a:p>
          <a:r>
            <a:rPr lang="es-ES" dirty="0"/>
            <a:t>Informe con la descripción de la arquitectura y con los archivos de la interfaz</a:t>
          </a:r>
        </a:p>
      </dgm:t>
    </dgm:pt>
    <dgm:pt modelId="{D0734CBC-A10E-4440-BDB1-7EDF8A2D5581}" type="parTrans" cxnId="{D5D20415-F869-4142-BC8A-CFDDC69365BC}">
      <dgm:prSet/>
      <dgm:spPr/>
      <dgm:t>
        <a:bodyPr/>
        <a:lstStyle/>
        <a:p>
          <a:endParaRPr lang="es-ES"/>
        </a:p>
      </dgm:t>
    </dgm:pt>
    <dgm:pt modelId="{2BD0E2F3-3BDE-41AD-8D34-3EA510CC099F}" type="sibTrans" cxnId="{D5D20415-F869-4142-BC8A-CFDDC69365BC}">
      <dgm:prSet/>
      <dgm:spPr/>
      <dgm:t>
        <a:bodyPr/>
        <a:lstStyle/>
        <a:p>
          <a:endParaRPr lang="es-ES"/>
        </a:p>
      </dgm:t>
    </dgm:pt>
    <dgm:pt modelId="{3613B7CC-1B46-46D6-A5F9-42FF3498E6F9}" type="pres">
      <dgm:prSet presAssocID="{19FEE4C0-C6FC-45AC-8E66-A0161D7620F4}" presName="Name0" presStyleCnt="0">
        <dgm:presLayoutVars>
          <dgm:dir/>
          <dgm:resizeHandles val="exact"/>
        </dgm:presLayoutVars>
      </dgm:prSet>
      <dgm:spPr/>
    </dgm:pt>
    <dgm:pt modelId="{82DD1678-A47C-400F-BD89-3AC548D759D9}" type="pres">
      <dgm:prSet presAssocID="{79D95BFC-B6F4-43CD-B1A6-A06DFF3125CE}" presName="node" presStyleLbl="node1" presStyleIdx="0" presStyleCnt="2">
        <dgm:presLayoutVars>
          <dgm:bulletEnabled val="1"/>
        </dgm:presLayoutVars>
      </dgm:prSet>
      <dgm:spPr/>
    </dgm:pt>
    <dgm:pt modelId="{384838CB-A3FA-43B9-AB0F-A2FD761946AD}" type="pres">
      <dgm:prSet presAssocID="{EBE5490F-A163-4F09-BF7D-C9DD6550335F}" presName="sibTrans" presStyleLbl="sibTrans2D1" presStyleIdx="0" presStyleCnt="1"/>
      <dgm:spPr/>
    </dgm:pt>
    <dgm:pt modelId="{0CFCA3A3-95A1-4743-894F-02B235A71EB7}" type="pres">
      <dgm:prSet presAssocID="{EBE5490F-A163-4F09-BF7D-C9DD6550335F}" presName="connectorText" presStyleLbl="sibTrans2D1" presStyleIdx="0" presStyleCnt="1"/>
      <dgm:spPr/>
    </dgm:pt>
    <dgm:pt modelId="{A232B185-C279-4594-A651-E42CA40A5AA6}" type="pres">
      <dgm:prSet presAssocID="{463CC440-8F1F-4FD6-9BCF-ABEF4CDD9948}" presName="node" presStyleLbl="node1" presStyleIdx="1" presStyleCnt="2">
        <dgm:presLayoutVars>
          <dgm:bulletEnabled val="1"/>
        </dgm:presLayoutVars>
      </dgm:prSet>
      <dgm:spPr/>
    </dgm:pt>
  </dgm:ptLst>
  <dgm:cxnLst>
    <dgm:cxn modelId="{F793BB0C-2B3F-47DA-A779-09317279E236}" type="presOf" srcId="{19FEE4C0-C6FC-45AC-8E66-A0161D7620F4}" destId="{3613B7CC-1B46-46D6-A5F9-42FF3498E6F9}" srcOrd="0" destOrd="0" presId="urn:microsoft.com/office/officeart/2005/8/layout/process1"/>
    <dgm:cxn modelId="{D5D20415-F869-4142-BC8A-CFDDC69365BC}" srcId="{19FEE4C0-C6FC-45AC-8E66-A0161D7620F4}" destId="{463CC440-8F1F-4FD6-9BCF-ABEF4CDD9948}" srcOrd="1" destOrd="0" parTransId="{D0734CBC-A10E-4440-BDB1-7EDF8A2D5581}" sibTransId="{2BD0E2F3-3BDE-41AD-8D34-3EA510CC099F}"/>
    <dgm:cxn modelId="{34DD7415-7AEF-4DC3-8EBF-E3843D9F3B1B}" srcId="{19FEE4C0-C6FC-45AC-8E66-A0161D7620F4}" destId="{79D95BFC-B6F4-43CD-B1A6-A06DFF3125CE}" srcOrd="0" destOrd="0" parTransId="{9E240159-9211-445C-8F3B-6CEE56EBF080}" sibTransId="{EBE5490F-A163-4F09-BF7D-C9DD6550335F}"/>
    <dgm:cxn modelId="{C55B1544-E358-4A52-9B5B-56A3EA6C97E9}" type="presOf" srcId="{463CC440-8F1F-4FD6-9BCF-ABEF4CDD9948}" destId="{A232B185-C279-4594-A651-E42CA40A5AA6}" srcOrd="0" destOrd="0" presId="urn:microsoft.com/office/officeart/2005/8/layout/process1"/>
    <dgm:cxn modelId="{BD68A44D-5116-426E-A0CC-B4962630E5C4}" type="presOf" srcId="{79D95BFC-B6F4-43CD-B1A6-A06DFF3125CE}" destId="{82DD1678-A47C-400F-BD89-3AC548D759D9}" srcOrd="0" destOrd="0" presId="urn:microsoft.com/office/officeart/2005/8/layout/process1"/>
    <dgm:cxn modelId="{7D948351-5F9F-417C-91D5-C12A2581FEAB}" type="presOf" srcId="{EBE5490F-A163-4F09-BF7D-C9DD6550335F}" destId="{384838CB-A3FA-43B9-AB0F-A2FD761946AD}" srcOrd="0" destOrd="0" presId="urn:microsoft.com/office/officeart/2005/8/layout/process1"/>
    <dgm:cxn modelId="{89D548C2-2D42-45A7-9D60-01BCCFFA6264}" type="presOf" srcId="{EBE5490F-A163-4F09-BF7D-C9DD6550335F}" destId="{0CFCA3A3-95A1-4743-894F-02B235A71EB7}" srcOrd="1" destOrd="0" presId="urn:microsoft.com/office/officeart/2005/8/layout/process1"/>
    <dgm:cxn modelId="{84F565AE-5F4B-4633-91CD-E2143EBC1D75}" type="presParOf" srcId="{3613B7CC-1B46-46D6-A5F9-42FF3498E6F9}" destId="{82DD1678-A47C-400F-BD89-3AC548D759D9}" srcOrd="0" destOrd="0" presId="urn:microsoft.com/office/officeart/2005/8/layout/process1"/>
    <dgm:cxn modelId="{084A0757-50F3-4C33-8832-11DD8E446144}" type="presParOf" srcId="{3613B7CC-1B46-46D6-A5F9-42FF3498E6F9}" destId="{384838CB-A3FA-43B9-AB0F-A2FD761946AD}" srcOrd="1" destOrd="0" presId="urn:microsoft.com/office/officeart/2005/8/layout/process1"/>
    <dgm:cxn modelId="{21F986F0-E4A8-4751-BB16-830800E91305}" type="presParOf" srcId="{384838CB-A3FA-43B9-AB0F-A2FD761946AD}" destId="{0CFCA3A3-95A1-4743-894F-02B235A71EB7}" srcOrd="0" destOrd="0" presId="urn:microsoft.com/office/officeart/2005/8/layout/process1"/>
    <dgm:cxn modelId="{11412D36-EBFB-4559-8765-D20E48D50CDB}" type="presParOf" srcId="{3613B7CC-1B46-46D6-A5F9-42FF3498E6F9}" destId="{A232B185-C279-4594-A651-E42CA40A5AA6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9FEE4C0-C6FC-45AC-8E66-A0161D7620F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463CC440-8F1F-4FD6-9BCF-ABEF4CDD9948}">
      <dgm:prSet phldrT="[Texto]"/>
      <dgm:spPr/>
      <dgm:t>
        <a:bodyPr/>
        <a:lstStyle/>
        <a:p>
          <a:r>
            <a:rPr lang="es-ES" dirty="0"/>
            <a:t>Informe con la documentación del código al igual que los archivos con el código bien comentado</a:t>
          </a:r>
        </a:p>
      </dgm:t>
    </dgm:pt>
    <dgm:pt modelId="{D0734CBC-A10E-4440-BDB1-7EDF8A2D5581}" type="parTrans" cxnId="{D5D20415-F869-4142-BC8A-CFDDC69365BC}">
      <dgm:prSet/>
      <dgm:spPr/>
      <dgm:t>
        <a:bodyPr/>
        <a:lstStyle/>
        <a:p>
          <a:endParaRPr lang="es-ES"/>
        </a:p>
      </dgm:t>
    </dgm:pt>
    <dgm:pt modelId="{2BD0E2F3-3BDE-41AD-8D34-3EA510CC099F}" type="sibTrans" cxnId="{D5D20415-F869-4142-BC8A-CFDDC69365BC}">
      <dgm:prSet/>
      <dgm:spPr/>
      <dgm:t>
        <a:bodyPr/>
        <a:lstStyle/>
        <a:p>
          <a:endParaRPr lang="es-ES"/>
        </a:p>
      </dgm:t>
    </dgm:pt>
    <dgm:pt modelId="{79D95BFC-B6F4-43CD-B1A6-A06DFF3125CE}">
      <dgm:prSet phldrT="[Texto]" custT="1"/>
      <dgm:spPr/>
      <dgm:t>
        <a:bodyPr/>
        <a:lstStyle/>
        <a:p>
          <a:r>
            <a:rPr lang="es-ES" sz="1900" b="1" dirty="0"/>
            <a:t>Desarrollo</a:t>
          </a:r>
        </a:p>
      </dgm:t>
    </dgm:pt>
    <dgm:pt modelId="{EBE5490F-A163-4F09-BF7D-C9DD6550335F}" type="sibTrans" cxnId="{34DD7415-7AEF-4DC3-8EBF-E3843D9F3B1B}">
      <dgm:prSet/>
      <dgm:spPr/>
      <dgm:t>
        <a:bodyPr/>
        <a:lstStyle/>
        <a:p>
          <a:endParaRPr lang="es-ES"/>
        </a:p>
      </dgm:t>
    </dgm:pt>
    <dgm:pt modelId="{9E240159-9211-445C-8F3B-6CEE56EBF080}" type="parTrans" cxnId="{34DD7415-7AEF-4DC3-8EBF-E3843D9F3B1B}">
      <dgm:prSet/>
      <dgm:spPr/>
      <dgm:t>
        <a:bodyPr/>
        <a:lstStyle/>
        <a:p>
          <a:endParaRPr lang="es-ES"/>
        </a:p>
      </dgm:t>
    </dgm:pt>
    <dgm:pt modelId="{3613B7CC-1B46-46D6-A5F9-42FF3498E6F9}" type="pres">
      <dgm:prSet presAssocID="{19FEE4C0-C6FC-45AC-8E66-A0161D7620F4}" presName="Name0" presStyleCnt="0">
        <dgm:presLayoutVars>
          <dgm:dir/>
          <dgm:resizeHandles val="exact"/>
        </dgm:presLayoutVars>
      </dgm:prSet>
      <dgm:spPr/>
    </dgm:pt>
    <dgm:pt modelId="{82DD1678-A47C-400F-BD89-3AC548D759D9}" type="pres">
      <dgm:prSet presAssocID="{79D95BFC-B6F4-43CD-B1A6-A06DFF3125CE}" presName="node" presStyleLbl="node1" presStyleIdx="0" presStyleCnt="2">
        <dgm:presLayoutVars>
          <dgm:bulletEnabled val="1"/>
        </dgm:presLayoutVars>
      </dgm:prSet>
      <dgm:spPr/>
    </dgm:pt>
    <dgm:pt modelId="{384838CB-A3FA-43B9-AB0F-A2FD761946AD}" type="pres">
      <dgm:prSet presAssocID="{EBE5490F-A163-4F09-BF7D-C9DD6550335F}" presName="sibTrans" presStyleLbl="sibTrans2D1" presStyleIdx="0" presStyleCnt="1"/>
      <dgm:spPr/>
    </dgm:pt>
    <dgm:pt modelId="{0CFCA3A3-95A1-4743-894F-02B235A71EB7}" type="pres">
      <dgm:prSet presAssocID="{EBE5490F-A163-4F09-BF7D-C9DD6550335F}" presName="connectorText" presStyleLbl="sibTrans2D1" presStyleIdx="0" presStyleCnt="1"/>
      <dgm:spPr/>
    </dgm:pt>
    <dgm:pt modelId="{A232B185-C279-4594-A651-E42CA40A5AA6}" type="pres">
      <dgm:prSet presAssocID="{463CC440-8F1F-4FD6-9BCF-ABEF4CDD9948}" presName="node" presStyleLbl="node1" presStyleIdx="1" presStyleCnt="2" custLinFactNeighborX="117" custLinFactNeighborY="0">
        <dgm:presLayoutVars>
          <dgm:bulletEnabled val="1"/>
        </dgm:presLayoutVars>
      </dgm:prSet>
      <dgm:spPr/>
    </dgm:pt>
  </dgm:ptLst>
  <dgm:cxnLst>
    <dgm:cxn modelId="{F793BB0C-2B3F-47DA-A779-09317279E236}" type="presOf" srcId="{19FEE4C0-C6FC-45AC-8E66-A0161D7620F4}" destId="{3613B7CC-1B46-46D6-A5F9-42FF3498E6F9}" srcOrd="0" destOrd="0" presId="urn:microsoft.com/office/officeart/2005/8/layout/process1"/>
    <dgm:cxn modelId="{D5D20415-F869-4142-BC8A-CFDDC69365BC}" srcId="{19FEE4C0-C6FC-45AC-8E66-A0161D7620F4}" destId="{463CC440-8F1F-4FD6-9BCF-ABEF4CDD9948}" srcOrd="1" destOrd="0" parTransId="{D0734CBC-A10E-4440-BDB1-7EDF8A2D5581}" sibTransId="{2BD0E2F3-3BDE-41AD-8D34-3EA510CC099F}"/>
    <dgm:cxn modelId="{34DD7415-7AEF-4DC3-8EBF-E3843D9F3B1B}" srcId="{19FEE4C0-C6FC-45AC-8E66-A0161D7620F4}" destId="{79D95BFC-B6F4-43CD-B1A6-A06DFF3125CE}" srcOrd="0" destOrd="0" parTransId="{9E240159-9211-445C-8F3B-6CEE56EBF080}" sibTransId="{EBE5490F-A163-4F09-BF7D-C9DD6550335F}"/>
    <dgm:cxn modelId="{C55B1544-E358-4A52-9B5B-56A3EA6C97E9}" type="presOf" srcId="{463CC440-8F1F-4FD6-9BCF-ABEF4CDD9948}" destId="{A232B185-C279-4594-A651-E42CA40A5AA6}" srcOrd="0" destOrd="0" presId="urn:microsoft.com/office/officeart/2005/8/layout/process1"/>
    <dgm:cxn modelId="{BD68A44D-5116-426E-A0CC-B4962630E5C4}" type="presOf" srcId="{79D95BFC-B6F4-43CD-B1A6-A06DFF3125CE}" destId="{82DD1678-A47C-400F-BD89-3AC548D759D9}" srcOrd="0" destOrd="0" presId="urn:microsoft.com/office/officeart/2005/8/layout/process1"/>
    <dgm:cxn modelId="{7D948351-5F9F-417C-91D5-C12A2581FEAB}" type="presOf" srcId="{EBE5490F-A163-4F09-BF7D-C9DD6550335F}" destId="{384838CB-A3FA-43B9-AB0F-A2FD761946AD}" srcOrd="0" destOrd="0" presId="urn:microsoft.com/office/officeart/2005/8/layout/process1"/>
    <dgm:cxn modelId="{89D548C2-2D42-45A7-9D60-01BCCFFA6264}" type="presOf" srcId="{EBE5490F-A163-4F09-BF7D-C9DD6550335F}" destId="{0CFCA3A3-95A1-4743-894F-02B235A71EB7}" srcOrd="1" destOrd="0" presId="urn:microsoft.com/office/officeart/2005/8/layout/process1"/>
    <dgm:cxn modelId="{84F565AE-5F4B-4633-91CD-E2143EBC1D75}" type="presParOf" srcId="{3613B7CC-1B46-46D6-A5F9-42FF3498E6F9}" destId="{82DD1678-A47C-400F-BD89-3AC548D759D9}" srcOrd="0" destOrd="0" presId="urn:microsoft.com/office/officeart/2005/8/layout/process1"/>
    <dgm:cxn modelId="{084A0757-50F3-4C33-8832-11DD8E446144}" type="presParOf" srcId="{3613B7CC-1B46-46D6-A5F9-42FF3498E6F9}" destId="{384838CB-A3FA-43B9-AB0F-A2FD761946AD}" srcOrd="1" destOrd="0" presId="urn:microsoft.com/office/officeart/2005/8/layout/process1"/>
    <dgm:cxn modelId="{21F986F0-E4A8-4751-BB16-830800E91305}" type="presParOf" srcId="{384838CB-A3FA-43B9-AB0F-A2FD761946AD}" destId="{0CFCA3A3-95A1-4743-894F-02B235A71EB7}" srcOrd="0" destOrd="0" presId="urn:microsoft.com/office/officeart/2005/8/layout/process1"/>
    <dgm:cxn modelId="{11412D36-EBFB-4559-8765-D20E48D50CDB}" type="presParOf" srcId="{3613B7CC-1B46-46D6-A5F9-42FF3498E6F9}" destId="{A232B185-C279-4594-A651-E42CA40A5AA6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9FEE4C0-C6FC-45AC-8E66-A0161D7620F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79D95BFC-B6F4-43CD-B1A6-A06DFF3125CE}">
      <dgm:prSet phldrT="[Texto]" custT="1"/>
      <dgm:spPr/>
      <dgm:t>
        <a:bodyPr/>
        <a:lstStyle/>
        <a:p>
          <a:r>
            <a:rPr lang="es-ES" sz="1900" b="1" dirty="0"/>
            <a:t>Pruebas</a:t>
          </a:r>
        </a:p>
      </dgm:t>
    </dgm:pt>
    <dgm:pt modelId="{9E240159-9211-445C-8F3B-6CEE56EBF080}" type="parTrans" cxnId="{34DD7415-7AEF-4DC3-8EBF-E3843D9F3B1B}">
      <dgm:prSet/>
      <dgm:spPr/>
      <dgm:t>
        <a:bodyPr/>
        <a:lstStyle/>
        <a:p>
          <a:endParaRPr lang="es-ES"/>
        </a:p>
      </dgm:t>
    </dgm:pt>
    <dgm:pt modelId="{EBE5490F-A163-4F09-BF7D-C9DD6550335F}" type="sibTrans" cxnId="{34DD7415-7AEF-4DC3-8EBF-E3843D9F3B1B}">
      <dgm:prSet/>
      <dgm:spPr/>
      <dgm:t>
        <a:bodyPr/>
        <a:lstStyle/>
        <a:p>
          <a:endParaRPr lang="es-ES"/>
        </a:p>
      </dgm:t>
    </dgm:pt>
    <dgm:pt modelId="{463CC440-8F1F-4FD6-9BCF-ABEF4CDD9948}">
      <dgm:prSet phldrT="[Texto]"/>
      <dgm:spPr/>
      <dgm:t>
        <a:bodyPr/>
        <a:lstStyle/>
        <a:p>
          <a:r>
            <a:rPr lang="es-ES" dirty="0"/>
            <a:t>Informe con los resultados de las pruebas realizadas</a:t>
          </a:r>
        </a:p>
      </dgm:t>
    </dgm:pt>
    <dgm:pt modelId="{D0734CBC-A10E-4440-BDB1-7EDF8A2D5581}" type="parTrans" cxnId="{D5D20415-F869-4142-BC8A-CFDDC69365BC}">
      <dgm:prSet/>
      <dgm:spPr/>
      <dgm:t>
        <a:bodyPr/>
        <a:lstStyle/>
        <a:p>
          <a:endParaRPr lang="es-ES"/>
        </a:p>
      </dgm:t>
    </dgm:pt>
    <dgm:pt modelId="{2BD0E2F3-3BDE-41AD-8D34-3EA510CC099F}" type="sibTrans" cxnId="{D5D20415-F869-4142-BC8A-CFDDC69365BC}">
      <dgm:prSet/>
      <dgm:spPr/>
      <dgm:t>
        <a:bodyPr/>
        <a:lstStyle/>
        <a:p>
          <a:endParaRPr lang="es-ES"/>
        </a:p>
      </dgm:t>
    </dgm:pt>
    <dgm:pt modelId="{3613B7CC-1B46-46D6-A5F9-42FF3498E6F9}" type="pres">
      <dgm:prSet presAssocID="{19FEE4C0-C6FC-45AC-8E66-A0161D7620F4}" presName="Name0" presStyleCnt="0">
        <dgm:presLayoutVars>
          <dgm:dir/>
          <dgm:resizeHandles val="exact"/>
        </dgm:presLayoutVars>
      </dgm:prSet>
      <dgm:spPr/>
    </dgm:pt>
    <dgm:pt modelId="{82DD1678-A47C-400F-BD89-3AC548D759D9}" type="pres">
      <dgm:prSet presAssocID="{79D95BFC-B6F4-43CD-B1A6-A06DFF3125CE}" presName="node" presStyleLbl="node1" presStyleIdx="0" presStyleCnt="2">
        <dgm:presLayoutVars>
          <dgm:bulletEnabled val="1"/>
        </dgm:presLayoutVars>
      </dgm:prSet>
      <dgm:spPr/>
    </dgm:pt>
    <dgm:pt modelId="{384838CB-A3FA-43B9-AB0F-A2FD761946AD}" type="pres">
      <dgm:prSet presAssocID="{EBE5490F-A163-4F09-BF7D-C9DD6550335F}" presName="sibTrans" presStyleLbl="sibTrans2D1" presStyleIdx="0" presStyleCnt="1"/>
      <dgm:spPr/>
    </dgm:pt>
    <dgm:pt modelId="{0CFCA3A3-95A1-4743-894F-02B235A71EB7}" type="pres">
      <dgm:prSet presAssocID="{EBE5490F-A163-4F09-BF7D-C9DD6550335F}" presName="connectorText" presStyleLbl="sibTrans2D1" presStyleIdx="0" presStyleCnt="1"/>
      <dgm:spPr/>
    </dgm:pt>
    <dgm:pt modelId="{A232B185-C279-4594-A651-E42CA40A5AA6}" type="pres">
      <dgm:prSet presAssocID="{463CC440-8F1F-4FD6-9BCF-ABEF4CDD9948}" presName="node" presStyleLbl="node1" presStyleIdx="1" presStyleCnt="2">
        <dgm:presLayoutVars>
          <dgm:bulletEnabled val="1"/>
        </dgm:presLayoutVars>
      </dgm:prSet>
      <dgm:spPr/>
    </dgm:pt>
  </dgm:ptLst>
  <dgm:cxnLst>
    <dgm:cxn modelId="{F793BB0C-2B3F-47DA-A779-09317279E236}" type="presOf" srcId="{19FEE4C0-C6FC-45AC-8E66-A0161D7620F4}" destId="{3613B7CC-1B46-46D6-A5F9-42FF3498E6F9}" srcOrd="0" destOrd="0" presId="urn:microsoft.com/office/officeart/2005/8/layout/process1"/>
    <dgm:cxn modelId="{D5D20415-F869-4142-BC8A-CFDDC69365BC}" srcId="{19FEE4C0-C6FC-45AC-8E66-A0161D7620F4}" destId="{463CC440-8F1F-4FD6-9BCF-ABEF4CDD9948}" srcOrd="1" destOrd="0" parTransId="{D0734CBC-A10E-4440-BDB1-7EDF8A2D5581}" sibTransId="{2BD0E2F3-3BDE-41AD-8D34-3EA510CC099F}"/>
    <dgm:cxn modelId="{34DD7415-7AEF-4DC3-8EBF-E3843D9F3B1B}" srcId="{19FEE4C0-C6FC-45AC-8E66-A0161D7620F4}" destId="{79D95BFC-B6F4-43CD-B1A6-A06DFF3125CE}" srcOrd="0" destOrd="0" parTransId="{9E240159-9211-445C-8F3B-6CEE56EBF080}" sibTransId="{EBE5490F-A163-4F09-BF7D-C9DD6550335F}"/>
    <dgm:cxn modelId="{C55B1544-E358-4A52-9B5B-56A3EA6C97E9}" type="presOf" srcId="{463CC440-8F1F-4FD6-9BCF-ABEF4CDD9948}" destId="{A232B185-C279-4594-A651-E42CA40A5AA6}" srcOrd="0" destOrd="0" presId="urn:microsoft.com/office/officeart/2005/8/layout/process1"/>
    <dgm:cxn modelId="{BD68A44D-5116-426E-A0CC-B4962630E5C4}" type="presOf" srcId="{79D95BFC-B6F4-43CD-B1A6-A06DFF3125CE}" destId="{82DD1678-A47C-400F-BD89-3AC548D759D9}" srcOrd="0" destOrd="0" presId="urn:microsoft.com/office/officeart/2005/8/layout/process1"/>
    <dgm:cxn modelId="{7D948351-5F9F-417C-91D5-C12A2581FEAB}" type="presOf" srcId="{EBE5490F-A163-4F09-BF7D-C9DD6550335F}" destId="{384838CB-A3FA-43B9-AB0F-A2FD761946AD}" srcOrd="0" destOrd="0" presId="urn:microsoft.com/office/officeart/2005/8/layout/process1"/>
    <dgm:cxn modelId="{89D548C2-2D42-45A7-9D60-01BCCFFA6264}" type="presOf" srcId="{EBE5490F-A163-4F09-BF7D-C9DD6550335F}" destId="{0CFCA3A3-95A1-4743-894F-02B235A71EB7}" srcOrd="1" destOrd="0" presId="urn:microsoft.com/office/officeart/2005/8/layout/process1"/>
    <dgm:cxn modelId="{84F565AE-5F4B-4633-91CD-E2143EBC1D75}" type="presParOf" srcId="{3613B7CC-1B46-46D6-A5F9-42FF3498E6F9}" destId="{82DD1678-A47C-400F-BD89-3AC548D759D9}" srcOrd="0" destOrd="0" presId="urn:microsoft.com/office/officeart/2005/8/layout/process1"/>
    <dgm:cxn modelId="{084A0757-50F3-4C33-8832-11DD8E446144}" type="presParOf" srcId="{3613B7CC-1B46-46D6-A5F9-42FF3498E6F9}" destId="{384838CB-A3FA-43B9-AB0F-A2FD761946AD}" srcOrd="1" destOrd="0" presId="urn:microsoft.com/office/officeart/2005/8/layout/process1"/>
    <dgm:cxn modelId="{21F986F0-E4A8-4751-BB16-830800E91305}" type="presParOf" srcId="{384838CB-A3FA-43B9-AB0F-A2FD761946AD}" destId="{0CFCA3A3-95A1-4743-894F-02B235A71EB7}" srcOrd="0" destOrd="0" presId="urn:microsoft.com/office/officeart/2005/8/layout/process1"/>
    <dgm:cxn modelId="{11412D36-EBFB-4559-8765-D20E48D50CDB}" type="presParOf" srcId="{3613B7CC-1B46-46D6-A5F9-42FF3498E6F9}" destId="{A232B185-C279-4594-A651-E42CA40A5AA6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9FEE4C0-C6FC-45AC-8E66-A0161D7620F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463CC440-8F1F-4FD6-9BCF-ABEF4CDD9948}">
      <dgm:prSet phldrT="[Texto]"/>
      <dgm:spPr/>
      <dgm:t>
        <a:bodyPr/>
        <a:lstStyle/>
        <a:p>
          <a:r>
            <a:rPr lang="es-ES" dirty="0"/>
            <a:t>Informe con la descripción de todo el software del sistema final</a:t>
          </a:r>
        </a:p>
      </dgm:t>
    </dgm:pt>
    <dgm:pt modelId="{D0734CBC-A10E-4440-BDB1-7EDF8A2D5581}" type="parTrans" cxnId="{D5D20415-F869-4142-BC8A-CFDDC69365BC}">
      <dgm:prSet/>
      <dgm:spPr/>
      <dgm:t>
        <a:bodyPr/>
        <a:lstStyle/>
        <a:p>
          <a:endParaRPr lang="es-ES"/>
        </a:p>
      </dgm:t>
    </dgm:pt>
    <dgm:pt modelId="{2BD0E2F3-3BDE-41AD-8D34-3EA510CC099F}" type="sibTrans" cxnId="{D5D20415-F869-4142-BC8A-CFDDC69365BC}">
      <dgm:prSet/>
      <dgm:spPr/>
      <dgm:t>
        <a:bodyPr/>
        <a:lstStyle/>
        <a:p>
          <a:endParaRPr lang="es-ES"/>
        </a:p>
      </dgm:t>
    </dgm:pt>
    <dgm:pt modelId="{79D95BFC-B6F4-43CD-B1A6-A06DFF3125CE}">
      <dgm:prSet phldrT="[Texto]"/>
      <dgm:spPr/>
      <dgm:t>
        <a:bodyPr/>
        <a:lstStyle/>
        <a:p>
          <a:r>
            <a:rPr lang="es-ES" b="1" dirty="0"/>
            <a:t>Instalación de software</a:t>
          </a:r>
        </a:p>
      </dgm:t>
    </dgm:pt>
    <dgm:pt modelId="{EBE5490F-A163-4F09-BF7D-C9DD6550335F}" type="sibTrans" cxnId="{34DD7415-7AEF-4DC3-8EBF-E3843D9F3B1B}">
      <dgm:prSet/>
      <dgm:spPr/>
      <dgm:t>
        <a:bodyPr/>
        <a:lstStyle/>
        <a:p>
          <a:endParaRPr lang="es-ES"/>
        </a:p>
      </dgm:t>
    </dgm:pt>
    <dgm:pt modelId="{9E240159-9211-445C-8F3B-6CEE56EBF080}" type="parTrans" cxnId="{34DD7415-7AEF-4DC3-8EBF-E3843D9F3B1B}">
      <dgm:prSet/>
      <dgm:spPr/>
      <dgm:t>
        <a:bodyPr/>
        <a:lstStyle/>
        <a:p>
          <a:endParaRPr lang="es-ES"/>
        </a:p>
      </dgm:t>
    </dgm:pt>
    <dgm:pt modelId="{3613B7CC-1B46-46D6-A5F9-42FF3498E6F9}" type="pres">
      <dgm:prSet presAssocID="{19FEE4C0-C6FC-45AC-8E66-A0161D7620F4}" presName="Name0" presStyleCnt="0">
        <dgm:presLayoutVars>
          <dgm:dir/>
          <dgm:resizeHandles val="exact"/>
        </dgm:presLayoutVars>
      </dgm:prSet>
      <dgm:spPr/>
    </dgm:pt>
    <dgm:pt modelId="{82DD1678-A47C-400F-BD89-3AC548D759D9}" type="pres">
      <dgm:prSet presAssocID="{79D95BFC-B6F4-43CD-B1A6-A06DFF3125CE}" presName="node" presStyleLbl="node1" presStyleIdx="0" presStyleCnt="2">
        <dgm:presLayoutVars>
          <dgm:bulletEnabled val="1"/>
        </dgm:presLayoutVars>
      </dgm:prSet>
      <dgm:spPr/>
    </dgm:pt>
    <dgm:pt modelId="{384838CB-A3FA-43B9-AB0F-A2FD761946AD}" type="pres">
      <dgm:prSet presAssocID="{EBE5490F-A163-4F09-BF7D-C9DD6550335F}" presName="sibTrans" presStyleLbl="sibTrans2D1" presStyleIdx="0" presStyleCnt="1"/>
      <dgm:spPr/>
    </dgm:pt>
    <dgm:pt modelId="{0CFCA3A3-95A1-4743-894F-02B235A71EB7}" type="pres">
      <dgm:prSet presAssocID="{EBE5490F-A163-4F09-BF7D-C9DD6550335F}" presName="connectorText" presStyleLbl="sibTrans2D1" presStyleIdx="0" presStyleCnt="1"/>
      <dgm:spPr/>
    </dgm:pt>
    <dgm:pt modelId="{A232B185-C279-4594-A651-E42CA40A5AA6}" type="pres">
      <dgm:prSet presAssocID="{463CC440-8F1F-4FD6-9BCF-ABEF4CDD9948}" presName="node" presStyleLbl="node1" presStyleIdx="1" presStyleCnt="2" custLinFactNeighborX="117" custLinFactNeighborY="0">
        <dgm:presLayoutVars>
          <dgm:bulletEnabled val="1"/>
        </dgm:presLayoutVars>
      </dgm:prSet>
      <dgm:spPr/>
    </dgm:pt>
  </dgm:ptLst>
  <dgm:cxnLst>
    <dgm:cxn modelId="{F793BB0C-2B3F-47DA-A779-09317279E236}" type="presOf" srcId="{19FEE4C0-C6FC-45AC-8E66-A0161D7620F4}" destId="{3613B7CC-1B46-46D6-A5F9-42FF3498E6F9}" srcOrd="0" destOrd="0" presId="urn:microsoft.com/office/officeart/2005/8/layout/process1"/>
    <dgm:cxn modelId="{D5D20415-F869-4142-BC8A-CFDDC69365BC}" srcId="{19FEE4C0-C6FC-45AC-8E66-A0161D7620F4}" destId="{463CC440-8F1F-4FD6-9BCF-ABEF4CDD9948}" srcOrd="1" destOrd="0" parTransId="{D0734CBC-A10E-4440-BDB1-7EDF8A2D5581}" sibTransId="{2BD0E2F3-3BDE-41AD-8D34-3EA510CC099F}"/>
    <dgm:cxn modelId="{34DD7415-7AEF-4DC3-8EBF-E3843D9F3B1B}" srcId="{19FEE4C0-C6FC-45AC-8E66-A0161D7620F4}" destId="{79D95BFC-B6F4-43CD-B1A6-A06DFF3125CE}" srcOrd="0" destOrd="0" parTransId="{9E240159-9211-445C-8F3B-6CEE56EBF080}" sibTransId="{EBE5490F-A163-4F09-BF7D-C9DD6550335F}"/>
    <dgm:cxn modelId="{C55B1544-E358-4A52-9B5B-56A3EA6C97E9}" type="presOf" srcId="{463CC440-8F1F-4FD6-9BCF-ABEF4CDD9948}" destId="{A232B185-C279-4594-A651-E42CA40A5AA6}" srcOrd="0" destOrd="0" presId="urn:microsoft.com/office/officeart/2005/8/layout/process1"/>
    <dgm:cxn modelId="{BD68A44D-5116-426E-A0CC-B4962630E5C4}" type="presOf" srcId="{79D95BFC-B6F4-43CD-B1A6-A06DFF3125CE}" destId="{82DD1678-A47C-400F-BD89-3AC548D759D9}" srcOrd="0" destOrd="0" presId="urn:microsoft.com/office/officeart/2005/8/layout/process1"/>
    <dgm:cxn modelId="{7D948351-5F9F-417C-91D5-C12A2581FEAB}" type="presOf" srcId="{EBE5490F-A163-4F09-BF7D-C9DD6550335F}" destId="{384838CB-A3FA-43B9-AB0F-A2FD761946AD}" srcOrd="0" destOrd="0" presId="urn:microsoft.com/office/officeart/2005/8/layout/process1"/>
    <dgm:cxn modelId="{89D548C2-2D42-45A7-9D60-01BCCFFA6264}" type="presOf" srcId="{EBE5490F-A163-4F09-BF7D-C9DD6550335F}" destId="{0CFCA3A3-95A1-4743-894F-02B235A71EB7}" srcOrd="1" destOrd="0" presId="urn:microsoft.com/office/officeart/2005/8/layout/process1"/>
    <dgm:cxn modelId="{84F565AE-5F4B-4633-91CD-E2143EBC1D75}" type="presParOf" srcId="{3613B7CC-1B46-46D6-A5F9-42FF3498E6F9}" destId="{82DD1678-A47C-400F-BD89-3AC548D759D9}" srcOrd="0" destOrd="0" presId="urn:microsoft.com/office/officeart/2005/8/layout/process1"/>
    <dgm:cxn modelId="{084A0757-50F3-4C33-8832-11DD8E446144}" type="presParOf" srcId="{3613B7CC-1B46-46D6-A5F9-42FF3498E6F9}" destId="{384838CB-A3FA-43B9-AB0F-A2FD761946AD}" srcOrd="1" destOrd="0" presId="urn:microsoft.com/office/officeart/2005/8/layout/process1"/>
    <dgm:cxn modelId="{21F986F0-E4A8-4751-BB16-830800E91305}" type="presParOf" srcId="{384838CB-A3FA-43B9-AB0F-A2FD761946AD}" destId="{0CFCA3A3-95A1-4743-894F-02B235A71EB7}" srcOrd="0" destOrd="0" presId="urn:microsoft.com/office/officeart/2005/8/layout/process1"/>
    <dgm:cxn modelId="{11412D36-EBFB-4559-8765-D20E48D50CDB}" type="presParOf" srcId="{3613B7CC-1B46-46D6-A5F9-42FF3498E6F9}" destId="{A232B185-C279-4594-A651-E42CA40A5AA6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9FEE4C0-C6FC-45AC-8E66-A0161D7620F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463CC440-8F1F-4FD6-9BCF-ABEF4CDD9948}">
      <dgm:prSet phldrT="[Texto]"/>
      <dgm:spPr/>
      <dgm:t>
        <a:bodyPr/>
        <a:lstStyle/>
        <a:p>
          <a:r>
            <a:rPr lang="es-ES" dirty="0"/>
            <a:t>Informe con la descripción y planificación que ha seguido el proyecto</a:t>
          </a:r>
        </a:p>
      </dgm:t>
    </dgm:pt>
    <dgm:pt modelId="{D0734CBC-A10E-4440-BDB1-7EDF8A2D5581}" type="parTrans" cxnId="{D5D20415-F869-4142-BC8A-CFDDC69365BC}">
      <dgm:prSet/>
      <dgm:spPr/>
      <dgm:t>
        <a:bodyPr/>
        <a:lstStyle/>
        <a:p>
          <a:endParaRPr lang="es-ES"/>
        </a:p>
      </dgm:t>
    </dgm:pt>
    <dgm:pt modelId="{2BD0E2F3-3BDE-41AD-8D34-3EA510CC099F}" type="sibTrans" cxnId="{D5D20415-F869-4142-BC8A-CFDDC69365BC}">
      <dgm:prSet/>
      <dgm:spPr/>
      <dgm:t>
        <a:bodyPr/>
        <a:lstStyle/>
        <a:p>
          <a:endParaRPr lang="es-ES"/>
        </a:p>
      </dgm:t>
    </dgm:pt>
    <dgm:pt modelId="{79D95BFC-B6F4-43CD-B1A6-A06DFF3125CE}">
      <dgm:prSet phldrT="[Texto]"/>
      <dgm:spPr/>
      <dgm:t>
        <a:bodyPr/>
        <a:lstStyle/>
        <a:p>
          <a:r>
            <a:rPr lang="es-ES" b="1" dirty="0"/>
            <a:t>Lanzamiento del sistema</a:t>
          </a:r>
        </a:p>
      </dgm:t>
    </dgm:pt>
    <dgm:pt modelId="{EBE5490F-A163-4F09-BF7D-C9DD6550335F}" type="sibTrans" cxnId="{34DD7415-7AEF-4DC3-8EBF-E3843D9F3B1B}">
      <dgm:prSet/>
      <dgm:spPr/>
      <dgm:t>
        <a:bodyPr/>
        <a:lstStyle/>
        <a:p>
          <a:endParaRPr lang="es-ES"/>
        </a:p>
      </dgm:t>
    </dgm:pt>
    <dgm:pt modelId="{9E240159-9211-445C-8F3B-6CEE56EBF080}" type="parTrans" cxnId="{34DD7415-7AEF-4DC3-8EBF-E3843D9F3B1B}">
      <dgm:prSet/>
      <dgm:spPr/>
      <dgm:t>
        <a:bodyPr/>
        <a:lstStyle/>
        <a:p>
          <a:endParaRPr lang="es-ES"/>
        </a:p>
      </dgm:t>
    </dgm:pt>
    <dgm:pt modelId="{3613B7CC-1B46-46D6-A5F9-42FF3498E6F9}" type="pres">
      <dgm:prSet presAssocID="{19FEE4C0-C6FC-45AC-8E66-A0161D7620F4}" presName="Name0" presStyleCnt="0">
        <dgm:presLayoutVars>
          <dgm:dir/>
          <dgm:resizeHandles val="exact"/>
        </dgm:presLayoutVars>
      </dgm:prSet>
      <dgm:spPr/>
    </dgm:pt>
    <dgm:pt modelId="{82DD1678-A47C-400F-BD89-3AC548D759D9}" type="pres">
      <dgm:prSet presAssocID="{79D95BFC-B6F4-43CD-B1A6-A06DFF3125CE}" presName="node" presStyleLbl="node1" presStyleIdx="0" presStyleCnt="2">
        <dgm:presLayoutVars>
          <dgm:bulletEnabled val="1"/>
        </dgm:presLayoutVars>
      </dgm:prSet>
      <dgm:spPr/>
    </dgm:pt>
    <dgm:pt modelId="{384838CB-A3FA-43B9-AB0F-A2FD761946AD}" type="pres">
      <dgm:prSet presAssocID="{EBE5490F-A163-4F09-BF7D-C9DD6550335F}" presName="sibTrans" presStyleLbl="sibTrans2D1" presStyleIdx="0" presStyleCnt="1"/>
      <dgm:spPr/>
    </dgm:pt>
    <dgm:pt modelId="{0CFCA3A3-95A1-4743-894F-02B235A71EB7}" type="pres">
      <dgm:prSet presAssocID="{EBE5490F-A163-4F09-BF7D-C9DD6550335F}" presName="connectorText" presStyleLbl="sibTrans2D1" presStyleIdx="0" presStyleCnt="1"/>
      <dgm:spPr/>
    </dgm:pt>
    <dgm:pt modelId="{A232B185-C279-4594-A651-E42CA40A5AA6}" type="pres">
      <dgm:prSet presAssocID="{463CC440-8F1F-4FD6-9BCF-ABEF4CDD9948}" presName="node" presStyleLbl="node1" presStyleIdx="1" presStyleCnt="2" custLinFactNeighborX="117" custLinFactNeighborY="0">
        <dgm:presLayoutVars>
          <dgm:bulletEnabled val="1"/>
        </dgm:presLayoutVars>
      </dgm:prSet>
      <dgm:spPr/>
    </dgm:pt>
  </dgm:ptLst>
  <dgm:cxnLst>
    <dgm:cxn modelId="{F793BB0C-2B3F-47DA-A779-09317279E236}" type="presOf" srcId="{19FEE4C0-C6FC-45AC-8E66-A0161D7620F4}" destId="{3613B7CC-1B46-46D6-A5F9-42FF3498E6F9}" srcOrd="0" destOrd="0" presId="urn:microsoft.com/office/officeart/2005/8/layout/process1"/>
    <dgm:cxn modelId="{D5D20415-F869-4142-BC8A-CFDDC69365BC}" srcId="{19FEE4C0-C6FC-45AC-8E66-A0161D7620F4}" destId="{463CC440-8F1F-4FD6-9BCF-ABEF4CDD9948}" srcOrd="1" destOrd="0" parTransId="{D0734CBC-A10E-4440-BDB1-7EDF8A2D5581}" sibTransId="{2BD0E2F3-3BDE-41AD-8D34-3EA510CC099F}"/>
    <dgm:cxn modelId="{34DD7415-7AEF-4DC3-8EBF-E3843D9F3B1B}" srcId="{19FEE4C0-C6FC-45AC-8E66-A0161D7620F4}" destId="{79D95BFC-B6F4-43CD-B1A6-A06DFF3125CE}" srcOrd="0" destOrd="0" parTransId="{9E240159-9211-445C-8F3B-6CEE56EBF080}" sibTransId="{EBE5490F-A163-4F09-BF7D-C9DD6550335F}"/>
    <dgm:cxn modelId="{C55B1544-E358-4A52-9B5B-56A3EA6C97E9}" type="presOf" srcId="{463CC440-8F1F-4FD6-9BCF-ABEF4CDD9948}" destId="{A232B185-C279-4594-A651-E42CA40A5AA6}" srcOrd="0" destOrd="0" presId="urn:microsoft.com/office/officeart/2005/8/layout/process1"/>
    <dgm:cxn modelId="{BD68A44D-5116-426E-A0CC-B4962630E5C4}" type="presOf" srcId="{79D95BFC-B6F4-43CD-B1A6-A06DFF3125CE}" destId="{82DD1678-A47C-400F-BD89-3AC548D759D9}" srcOrd="0" destOrd="0" presId="urn:microsoft.com/office/officeart/2005/8/layout/process1"/>
    <dgm:cxn modelId="{7D948351-5F9F-417C-91D5-C12A2581FEAB}" type="presOf" srcId="{EBE5490F-A163-4F09-BF7D-C9DD6550335F}" destId="{384838CB-A3FA-43B9-AB0F-A2FD761946AD}" srcOrd="0" destOrd="0" presId="urn:microsoft.com/office/officeart/2005/8/layout/process1"/>
    <dgm:cxn modelId="{89D548C2-2D42-45A7-9D60-01BCCFFA6264}" type="presOf" srcId="{EBE5490F-A163-4F09-BF7D-C9DD6550335F}" destId="{0CFCA3A3-95A1-4743-894F-02B235A71EB7}" srcOrd="1" destOrd="0" presId="urn:microsoft.com/office/officeart/2005/8/layout/process1"/>
    <dgm:cxn modelId="{84F565AE-5F4B-4633-91CD-E2143EBC1D75}" type="presParOf" srcId="{3613B7CC-1B46-46D6-A5F9-42FF3498E6F9}" destId="{82DD1678-A47C-400F-BD89-3AC548D759D9}" srcOrd="0" destOrd="0" presId="urn:microsoft.com/office/officeart/2005/8/layout/process1"/>
    <dgm:cxn modelId="{084A0757-50F3-4C33-8832-11DD8E446144}" type="presParOf" srcId="{3613B7CC-1B46-46D6-A5F9-42FF3498E6F9}" destId="{384838CB-A3FA-43B9-AB0F-A2FD761946AD}" srcOrd="1" destOrd="0" presId="urn:microsoft.com/office/officeart/2005/8/layout/process1"/>
    <dgm:cxn modelId="{21F986F0-E4A8-4751-BB16-830800E91305}" type="presParOf" srcId="{384838CB-A3FA-43B9-AB0F-A2FD761946AD}" destId="{0CFCA3A3-95A1-4743-894F-02B235A71EB7}" srcOrd="0" destOrd="0" presId="urn:microsoft.com/office/officeart/2005/8/layout/process1"/>
    <dgm:cxn modelId="{11412D36-EBFB-4559-8765-D20E48D50CDB}" type="presParOf" srcId="{3613B7CC-1B46-46D6-A5F9-42FF3498E6F9}" destId="{A232B185-C279-4594-A651-E42CA40A5AA6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9FEE4C0-C6FC-45AC-8E66-A0161D7620F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463CC440-8F1F-4FD6-9BCF-ABEF4CDD9948}">
      <dgm:prSet phldrT="[Texto]"/>
      <dgm:spPr/>
      <dgm:t>
        <a:bodyPr/>
        <a:lstStyle/>
        <a:p>
          <a:r>
            <a:rPr lang="es-ES" dirty="0"/>
            <a:t>Informe con un resumen de la reunión realizada</a:t>
          </a:r>
        </a:p>
      </dgm:t>
    </dgm:pt>
    <dgm:pt modelId="{D0734CBC-A10E-4440-BDB1-7EDF8A2D5581}" type="parTrans" cxnId="{D5D20415-F869-4142-BC8A-CFDDC69365BC}">
      <dgm:prSet/>
      <dgm:spPr/>
      <dgm:t>
        <a:bodyPr/>
        <a:lstStyle/>
        <a:p>
          <a:endParaRPr lang="es-ES"/>
        </a:p>
      </dgm:t>
    </dgm:pt>
    <dgm:pt modelId="{2BD0E2F3-3BDE-41AD-8D34-3EA510CC099F}" type="sibTrans" cxnId="{D5D20415-F869-4142-BC8A-CFDDC69365BC}">
      <dgm:prSet/>
      <dgm:spPr/>
      <dgm:t>
        <a:bodyPr/>
        <a:lstStyle/>
        <a:p>
          <a:endParaRPr lang="es-ES"/>
        </a:p>
      </dgm:t>
    </dgm:pt>
    <dgm:pt modelId="{79D95BFC-B6F4-43CD-B1A6-A06DFF3125CE}">
      <dgm:prSet phldrT="[Texto]" custT="1"/>
      <dgm:spPr/>
      <dgm:t>
        <a:bodyPr/>
        <a:lstStyle/>
        <a:p>
          <a:r>
            <a:rPr lang="es-ES" sz="1900" b="1" dirty="0"/>
            <a:t>Reunión</a:t>
          </a:r>
          <a:r>
            <a:rPr lang="es-ES" sz="2100" b="1" dirty="0"/>
            <a:t> </a:t>
          </a:r>
          <a:r>
            <a:rPr lang="es-ES" sz="1900" b="1" dirty="0"/>
            <a:t>semanal</a:t>
          </a:r>
        </a:p>
      </dgm:t>
    </dgm:pt>
    <dgm:pt modelId="{EBE5490F-A163-4F09-BF7D-C9DD6550335F}" type="sibTrans" cxnId="{34DD7415-7AEF-4DC3-8EBF-E3843D9F3B1B}">
      <dgm:prSet/>
      <dgm:spPr/>
      <dgm:t>
        <a:bodyPr/>
        <a:lstStyle/>
        <a:p>
          <a:endParaRPr lang="es-ES"/>
        </a:p>
      </dgm:t>
    </dgm:pt>
    <dgm:pt modelId="{9E240159-9211-445C-8F3B-6CEE56EBF080}" type="parTrans" cxnId="{34DD7415-7AEF-4DC3-8EBF-E3843D9F3B1B}">
      <dgm:prSet/>
      <dgm:spPr/>
      <dgm:t>
        <a:bodyPr/>
        <a:lstStyle/>
        <a:p>
          <a:endParaRPr lang="es-ES"/>
        </a:p>
      </dgm:t>
    </dgm:pt>
    <dgm:pt modelId="{3613B7CC-1B46-46D6-A5F9-42FF3498E6F9}" type="pres">
      <dgm:prSet presAssocID="{19FEE4C0-C6FC-45AC-8E66-A0161D7620F4}" presName="Name0" presStyleCnt="0">
        <dgm:presLayoutVars>
          <dgm:dir/>
          <dgm:resizeHandles val="exact"/>
        </dgm:presLayoutVars>
      </dgm:prSet>
      <dgm:spPr/>
    </dgm:pt>
    <dgm:pt modelId="{82DD1678-A47C-400F-BD89-3AC548D759D9}" type="pres">
      <dgm:prSet presAssocID="{79D95BFC-B6F4-43CD-B1A6-A06DFF3125CE}" presName="node" presStyleLbl="node1" presStyleIdx="0" presStyleCnt="2">
        <dgm:presLayoutVars>
          <dgm:bulletEnabled val="1"/>
        </dgm:presLayoutVars>
      </dgm:prSet>
      <dgm:spPr/>
    </dgm:pt>
    <dgm:pt modelId="{384838CB-A3FA-43B9-AB0F-A2FD761946AD}" type="pres">
      <dgm:prSet presAssocID="{EBE5490F-A163-4F09-BF7D-C9DD6550335F}" presName="sibTrans" presStyleLbl="sibTrans2D1" presStyleIdx="0" presStyleCnt="1"/>
      <dgm:spPr/>
    </dgm:pt>
    <dgm:pt modelId="{0CFCA3A3-95A1-4743-894F-02B235A71EB7}" type="pres">
      <dgm:prSet presAssocID="{EBE5490F-A163-4F09-BF7D-C9DD6550335F}" presName="connectorText" presStyleLbl="sibTrans2D1" presStyleIdx="0" presStyleCnt="1"/>
      <dgm:spPr/>
    </dgm:pt>
    <dgm:pt modelId="{A232B185-C279-4594-A651-E42CA40A5AA6}" type="pres">
      <dgm:prSet presAssocID="{463CC440-8F1F-4FD6-9BCF-ABEF4CDD9948}" presName="node" presStyleLbl="node1" presStyleIdx="1" presStyleCnt="2" custLinFactNeighborX="117" custLinFactNeighborY="0">
        <dgm:presLayoutVars>
          <dgm:bulletEnabled val="1"/>
        </dgm:presLayoutVars>
      </dgm:prSet>
      <dgm:spPr/>
    </dgm:pt>
  </dgm:ptLst>
  <dgm:cxnLst>
    <dgm:cxn modelId="{F793BB0C-2B3F-47DA-A779-09317279E236}" type="presOf" srcId="{19FEE4C0-C6FC-45AC-8E66-A0161D7620F4}" destId="{3613B7CC-1B46-46D6-A5F9-42FF3498E6F9}" srcOrd="0" destOrd="0" presId="urn:microsoft.com/office/officeart/2005/8/layout/process1"/>
    <dgm:cxn modelId="{D5D20415-F869-4142-BC8A-CFDDC69365BC}" srcId="{19FEE4C0-C6FC-45AC-8E66-A0161D7620F4}" destId="{463CC440-8F1F-4FD6-9BCF-ABEF4CDD9948}" srcOrd="1" destOrd="0" parTransId="{D0734CBC-A10E-4440-BDB1-7EDF8A2D5581}" sibTransId="{2BD0E2F3-3BDE-41AD-8D34-3EA510CC099F}"/>
    <dgm:cxn modelId="{34DD7415-7AEF-4DC3-8EBF-E3843D9F3B1B}" srcId="{19FEE4C0-C6FC-45AC-8E66-A0161D7620F4}" destId="{79D95BFC-B6F4-43CD-B1A6-A06DFF3125CE}" srcOrd="0" destOrd="0" parTransId="{9E240159-9211-445C-8F3B-6CEE56EBF080}" sibTransId="{EBE5490F-A163-4F09-BF7D-C9DD6550335F}"/>
    <dgm:cxn modelId="{C55B1544-E358-4A52-9B5B-56A3EA6C97E9}" type="presOf" srcId="{463CC440-8F1F-4FD6-9BCF-ABEF4CDD9948}" destId="{A232B185-C279-4594-A651-E42CA40A5AA6}" srcOrd="0" destOrd="0" presId="urn:microsoft.com/office/officeart/2005/8/layout/process1"/>
    <dgm:cxn modelId="{BD68A44D-5116-426E-A0CC-B4962630E5C4}" type="presOf" srcId="{79D95BFC-B6F4-43CD-B1A6-A06DFF3125CE}" destId="{82DD1678-A47C-400F-BD89-3AC548D759D9}" srcOrd="0" destOrd="0" presId="urn:microsoft.com/office/officeart/2005/8/layout/process1"/>
    <dgm:cxn modelId="{7D948351-5F9F-417C-91D5-C12A2581FEAB}" type="presOf" srcId="{EBE5490F-A163-4F09-BF7D-C9DD6550335F}" destId="{384838CB-A3FA-43B9-AB0F-A2FD761946AD}" srcOrd="0" destOrd="0" presId="urn:microsoft.com/office/officeart/2005/8/layout/process1"/>
    <dgm:cxn modelId="{89D548C2-2D42-45A7-9D60-01BCCFFA6264}" type="presOf" srcId="{EBE5490F-A163-4F09-BF7D-C9DD6550335F}" destId="{0CFCA3A3-95A1-4743-894F-02B235A71EB7}" srcOrd="1" destOrd="0" presId="urn:microsoft.com/office/officeart/2005/8/layout/process1"/>
    <dgm:cxn modelId="{84F565AE-5F4B-4633-91CD-E2143EBC1D75}" type="presParOf" srcId="{3613B7CC-1B46-46D6-A5F9-42FF3498E6F9}" destId="{82DD1678-A47C-400F-BD89-3AC548D759D9}" srcOrd="0" destOrd="0" presId="urn:microsoft.com/office/officeart/2005/8/layout/process1"/>
    <dgm:cxn modelId="{084A0757-50F3-4C33-8832-11DD8E446144}" type="presParOf" srcId="{3613B7CC-1B46-46D6-A5F9-42FF3498E6F9}" destId="{384838CB-A3FA-43B9-AB0F-A2FD761946AD}" srcOrd="1" destOrd="0" presId="urn:microsoft.com/office/officeart/2005/8/layout/process1"/>
    <dgm:cxn modelId="{21F986F0-E4A8-4751-BB16-830800E91305}" type="presParOf" srcId="{384838CB-A3FA-43B9-AB0F-A2FD761946AD}" destId="{0CFCA3A3-95A1-4743-894F-02B235A71EB7}" srcOrd="0" destOrd="0" presId="urn:microsoft.com/office/officeart/2005/8/layout/process1"/>
    <dgm:cxn modelId="{11412D36-EBFB-4559-8765-D20E48D50CDB}" type="presParOf" srcId="{3613B7CC-1B46-46D6-A5F9-42FF3498E6F9}" destId="{A232B185-C279-4594-A651-E42CA40A5AA6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D1678-A47C-400F-BD89-3AC548D759D9}">
      <dsp:nvSpPr>
        <dsp:cNvPr id="0" name=""/>
        <dsp:cNvSpPr/>
      </dsp:nvSpPr>
      <dsp:spPr>
        <a:xfrm>
          <a:off x="1024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Requisitos</a:t>
          </a:r>
        </a:p>
      </dsp:txBody>
      <dsp:txXfrm>
        <a:off x="39426" y="1290709"/>
        <a:ext cx="2108435" cy="1234339"/>
      </dsp:txXfrm>
    </dsp:sp>
    <dsp:sp modelId="{384838CB-A3FA-43B9-AB0F-A2FD761946AD}">
      <dsp:nvSpPr>
        <dsp:cNvPr id="0" name=""/>
        <dsp:cNvSpPr/>
      </dsp:nvSpPr>
      <dsp:spPr>
        <a:xfrm>
          <a:off x="2404788" y="1636909"/>
          <a:ext cx="463270" cy="541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000" kern="1200"/>
        </a:p>
      </dsp:txBody>
      <dsp:txXfrm>
        <a:off x="2404788" y="1745297"/>
        <a:ext cx="324289" cy="325163"/>
      </dsp:txXfrm>
    </dsp:sp>
    <dsp:sp modelId="{A232B185-C279-4594-A651-E42CA40A5AA6}">
      <dsp:nvSpPr>
        <dsp:cNvPr id="0" name=""/>
        <dsp:cNvSpPr/>
      </dsp:nvSpPr>
      <dsp:spPr>
        <a:xfrm>
          <a:off x="3060359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Informe con la especificación de requisitos</a:t>
          </a:r>
        </a:p>
      </dsp:txBody>
      <dsp:txXfrm>
        <a:off x="3098761" y="1290709"/>
        <a:ext cx="2108435" cy="12343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D1678-A47C-400F-BD89-3AC548D759D9}">
      <dsp:nvSpPr>
        <dsp:cNvPr id="0" name=""/>
        <dsp:cNvSpPr/>
      </dsp:nvSpPr>
      <dsp:spPr>
        <a:xfrm>
          <a:off x="1024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Estudio del sistema a desarrollar</a:t>
          </a:r>
        </a:p>
      </dsp:txBody>
      <dsp:txXfrm>
        <a:off x="39426" y="1290709"/>
        <a:ext cx="2108435" cy="1234339"/>
      </dsp:txXfrm>
    </dsp:sp>
    <dsp:sp modelId="{384838CB-A3FA-43B9-AB0F-A2FD761946AD}">
      <dsp:nvSpPr>
        <dsp:cNvPr id="0" name=""/>
        <dsp:cNvSpPr/>
      </dsp:nvSpPr>
      <dsp:spPr>
        <a:xfrm>
          <a:off x="2404788" y="1636909"/>
          <a:ext cx="463270" cy="541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500" kern="1200"/>
        </a:p>
      </dsp:txBody>
      <dsp:txXfrm>
        <a:off x="2404788" y="1745297"/>
        <a:ext cx="324289" cy="325163"/>
      </dsp:txXfrm>
    </dsp:sp>
    <dsp:sp modelId="{A232B185-C279-4594-A651-E42CA40A5AA6}">
      <dsp:nvSpPr>
        <dsp:cNvPr id="0" name=""/>
        <dsp:cNvSpPr/>
      </dsp:nvSpPr>
      <dsp:spPr>
        <a:xfrm>
          <a:off x="3060359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Informe con el estudio del sistema a desarrollar</a:t>
          </a:r>
        </a:p>
      </dsp:txBody>
      <dsp:txXfrm>
        <a:off x="3098761" y="1290709"/>
        <a:ext cx="2108435" cy="12343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D1678-A47C-400F-BD89-3AC548D759D9}">
      <dsp:nvSpPr>
        <dsp:cNvPr id="0" name=""/>
        <dsp:cNvSpPr/>
      </dsp:nvSpPr>
      <dsp:spPr>
        <a:xfrm>
          <a:off x="1024" y="1160117"/>
          <a:ext cx="2185239" cy="14955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Diseño</a:t>
          </a:r>
        </a:p>
      </dsp:txBody>
      <dsp:txXfrm>
        <a:off x="44826" y="1203919"/>
        <a:ext cx="2097635" cy="1407919"/>
      </dsp:txXfrm>
    </dsp:sp>
    <dsp:sp modelId="{384838CB-A3FA-43B9-AB0F-A2FD761946AD}">
      <dsp:nvSpPr>
        <dsp:cNvPr id="0" name=""/>
        <dsp:cNvSpPr/>
      </dsp:nvSpPr>
      <dsp:spPr>
        <a:xfrm>
          <a:off x="2404788" y="1636909"/>
          <a:ext cx="463270" cy="541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400" kern="1200"/>
        </a:p>
      </dsp:txBody>
      <dsp:txXfrm>
        <a:off x="2404788" y="1745297"/>
        <a:ext cx="324289" cy="325163"/>
      </dsp:txXfrm>
    </dsp:sp>
    <dsp:sp modelId="{A232B185-C279-4594-A651-E42CA40A5AA6}">
      <dsp:nvSpPr>
        <dsp:cNvPr id="0" name=""/>
        <dsp:cNvSpPr/>
      </dsp:nvSpPr>
      <dsp:spPr>
        <a:xfrm>
          <a:off x="3060359" y="1160117"/>
          <a:ext cx="2185239" cy="14955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Informe con la descripción de la arquitectura y con los archivos de la interfaz</a:t>
          </a:r>
        </a:p>
      </dsp:txBody>
      <dsp:txXfrm>
        <a:off x="3104161" y="1203919"/>
        <a:ext cx="2097635" cy="14079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D1678-A47C-400F-BD89-3AC548D759D9}">
      <dsp:nvSpPr>
        <dsp:cNvPr id="0" name=""/>
        <dsp:cNvSpPr/>
      </dsp:nvSpPr>
      <dsp:spPr>
        <a:xfrm>
          <a:off x="1024" y="1006467"/>
          <a:ext cx="2185239" cy="18028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Desarrollo</a:t>
          </a:r>
        </a:p>
      </dsp:txBody>
      <dsp:txXfrm>
        <a:off x="53827" y="1059270"/>
        <a:ext cx="2079633" cy="1697216"/>
      </dsp:txXfrm>
    </dsp:sp>
    <dsp:sp modelId="{384838CB-A3FA-43B9-AB0F-A2FD761946AD}">
      <dsp:nvSpPr>
        <dsp:cNvPr id="0" name=""/>
        <dsp:cNvSpPr/>
      </dsp:nvSpPr>
      <dsp:spPr>
        <a:xfrm>
          <a:off x="2405043" y="1636909"/>
          <a:ext cx="463812" cy="541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400" kern="1200"/>
        </a:p>
      </dsp:txBody>
      <dsp:txXfrm>
        <a:off x="2405043" y="1745297"/>
        <a:ext cx="324668" cy="325163"/>
      </dsp:txXfrm>
    </dsp:sp>
    <dsp:sp modelId="{A232B185-C279-4594-A651-E42CA40A5AA6}">
      <dsp:nvSpPr>
        <dsp:cNvPr id="0" name=""/>
        <dsp:cNvSpPr/>
      </dsp:nvSpPr>
      <dsp:spPr>
        <a:xfrm>
          <a:off x="3061382" y="1006467"/>
          <a:ext cx="2185239" cy="18028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Informe con la documentación del código al igual que los archivos con el código bien comentado</a:t>
          </a:r>
        </a:p>
      </dsp:txBody>
      <dsp:txXfrm>
        <a:off x="3114185" y="1059270"/>
        <a:ext cx="2079633" cy="16972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D1678-A47C-400F-BD89-3AC548D759D9}">
      <dsp:nvSpPr>
        <dsp:cNvPr id="0" name=""/>
        <dsp:cNvSpPr/>
      </dsp:nvSpPr>
      <dsp:spPr>
        <a:xfrm>
          <a:off x="1024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Pruebas</a:t>
          </a:r>
        </a:p>
      </dsp:txBody>
      <dsp:txXfrm>
        <a:off x="39426" y="1290709"/>
        <a:ext cx="2108435" cy="1234339"/>
      </dsp:txXfrm>
    </dsp:sp>
    <dsp:sp modelId="{384838CB-A3FA-43B9-AB0F-A2FD761946AD}">
      <dsp:nvSpPr>
        <dsp:cNvPr id="0" name=""/>
        <dsp:cNvSpPr/>
      </dsp:nvSpPr>
      <dsp:spPr>
        <a:xfrm>
          <a:off x="2404788" y="1636909"/>
          <a:ext cx="463270" cy="541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/>
        </a:p>
      </dsp:txBody>
      <dsp:txXfrm>
        <a:off x="2404788" y="1745297"/>
        <a:ext cx="324289" cy="325163"/>
      </dsp:txXfrm>
    </dsp:sp>
    <dsp:sp modelId="{A232B185-C279-4594-A651-E42CA40A5AA6}">
      <dsp:nvSpPr>
        <dsp:cNvPr id="0" name=""/>
        <dsp:cNvSpPr/>
      </dsp:nvSpPr>
      <dsp:spPr>
        <a:xfrm>
          <a:off x="3060359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Informe con los resultados de las pruebas realizadas</a:t>
          </a:r>
        </a:p>
      </dsp:txBody>
      <dsp:txXfrm>
        <a:off x="3098761" y="1290709"/>
        <a:ext cx="2108435" cy="12343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D1678-A47C-400F-BD89-3AC548D759D9}">
      <dsp:nvSpPr>
        <dsp:cNvPr id="0" name=""/>
        <dsp:cNvSpPr/>
      </dsp:nvSpPr>
      <dsp:spPr>
        <a:xfrm>
          <a:off x="1024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Instalación de software</a:t>
          </a:r>
        </a:p>
      </dsp:txBody>
      <dsp:txXfrm>
        <a:off x="39426" y="1290709"/>
        <a:ext cx="2108435" cy="1234339"/>
      </dsp:txXfrm>
    </dsp:sp>
    <dsp:sp modelId="{384838CB-A3FA-43B9-AB0F-A2FD761946AD}">
      <dsp:nvSpPr>
        <dsp:cNvPr id="0" name=""/>
        <dsp:cNvSpPr/>
      </dsp:nvSpPr>
      <dsp:spPr>
        <a:xfrm>
          <a:off x="2405043" y="1636909"/>
          <a:ext cx="463812" cy="541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/>
        </a:p>
      </dsp:txBody>
      <dsp:txXfrm>
        <a:off x="2405043" y="1745297"/>
        <a:ext cx="324668" cy="325163"/>
      </dsp:txXfrm>
    </dsp:sp>
    <dsp:sp modelId="{A232B185-C279-4594-A651-E42CA40A5AA6}">
      <dsp:nvSpPr>
        <dsp:cNvPr id="0" name=""/>
        <dsp:cNvSpPr/>
      </dsp:nvSpPr>
      <dsp:spPr>
        <a:xfrm>
          <a:off x="3061382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Informe con la descripción de todo el software del sistema final</a:t>
          </a:r>
        </a:p>
      </dsp:txBody>
      <dsp:txXfrm>
        <a:off x="3099784" y="1290709"/>
        <a:ext cx="2108435" cy="123433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D1678-A47C-400F-BD89-3AC548D759D9}">
      <dsp:nvSpPr>
        <dsp:cNvPr id="0" name=""/>
        <dsp:cNvSpPr/>
      </dsp:nvSpPr>
      <dsp:spPr>
        <a:xfrm>
          <a:off x="1024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Lanzamiento del sistema</a:t>
          </a:r>
        </a:p>
      </dsp:txBody>
      <dsp:txXfrm>
        <a:off x="39426" y="1290709"/>
        <a:ext cx="2108435" cy="1234339"/>
      </dsp:txXfrm>
    </dsp:sp>
    <dsp:sp modelId="{384838CB-A3FA-43B9-AB0F-A2FD761946AD}">
      <dsp:nvSpPr>
        <dsp:cNvPr id="0" name=""/>
        <dsp:cNvSpPr/>
      </dsp:nvSpPr>
      <dsp:spPr>
        <a:xfrm>
          <a:off x="2405043" y="1636909"/>
          <a:ext cx="463812" cy="541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500" kern="1200"/>
        </a:p>
      </dsp:txBody>
      <dsp:txXfrm>
        <a:off x="2405043" y="1745297"/>
        <a:ext cx="324668" cy="325163"/>
      </dsp:txXfrm>
    </dsp:sp>
    <dsp:sp modelId="{A232B185-C279-4594-A651-E42CA40A5AA6}">
      <dsp:nvSpPr>
        <dsp:cNvPr id="0" name=""/>
        <dsp:cNvSpPr/>
      </dsp:nvSpPr>
      <dsp:spPr>
        <a:xfrm>
          <a:off x="3061382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Informe con la descripción y planificación que ha seguido el proyecto</a:t>
          </a:r>
        </a:p>
      </dsp:txBody>
      <dsp:txXfrm>
        <a:off x="3099784" y="1290709"/>
        <a:ext cx="2108435" cy="123433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D1678-A47C-400F-BD89-3AC548D759D9}">
      <dsp:nvSpPr>
        <dsp:cNvPr id="0" name=""/>
        <dsp:cNvSpPr/>
      </dsp:nvSpPr>
      <dsp:spPr>
        <a:xfrm>
          <a:off x="1024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Reunión</a:t>
          </a:r>
          <a:r>
            <a:rPr lang="es-ES" sz="2100" b="1" kern="1200" dirty="0"/>
            <a:t> </a:t>
          </a:r>
          <a:r>
            <a:rPr lang="es-ES" sz="1900" b="1" kern="1200" dirty="0"/>
            <a:t>semanal</a:t>
          </a:r>
        </a:p>
      </dsp:txBody>
      <dsp:txXfrm>
        <a:off x="39426" y="1290709"/>
        <a:ext cx="2108435" cy="1234339"/>
      </dsp:txXfrm>
    </dsp:sp>
    <dsp:sp modelId="{384838CB-A3FA-43B9-AB0F-A2FD761946AD}">
      <dsp:nvSpPr>
        <dsp:cNvPr id="0" name=""/>
        <dsp:cNvSpPr/>
      </dsp:nvSpPr>
      <dsp:spPr>
        <a:xfrm>
          <a:off x="2405043" y="1636909"/>
          <a:ext cx="463812" cy="541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700" kern="1200"/>
        </a:p>
      </dsp:txBody>
      <dsp:txXfrm>
        <a:off x="2405043" y="1745297"/>
        <a:ext cx="324668" cy="325163"/>
      </dsp:txXfrm>
    </dsp:sp>
    <dsp:sp modelId="{A232B185-C279-4594-A651-E42CA40A5AA6}">
      <dsp:nvSpPr>
        <dsp:cNvPr id="0" name=""/>
        <dsp:cNvSpPr/>
      </dsp:nvSpPr>
      <dsp:spPr>
        <a:xfrm>
          <a:off x="3061382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Informe con un resumen de la reunión realizada</a:t>
          </a:r>
        </a:p>
      </dsp:txBody>
      <dsp:txXfrm>
        <a:off x="3099784" y="1290709"/>
        <a:ext cx="2108435" cy="12343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42494-C204-481F-B024-892AB48BE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26FCF9-3AEC-4300-B200-28980513E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406D64-D07F-48CA-87BC-953FDE570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3C05B0-68ED-4E61-A9E6-7BC685BE2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6E7A88-39C6-4B77-8209-DEBD76E26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6824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4F184-1790-4A93-A030-384F43F9B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C5D878-0C4B-4799-8FDA-46BC9B3A3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9E5F84-317E-4B39-ABAE-6F4B81089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FAD32A-A1C7-4134-8838-AA8B8E2F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BF77EC-1F95-4C37-AAF5-CFEE32E0E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1778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B99AAE-BF4D-4FA8-9706-2ACF571BA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B85B11-970E-4C95-963A-A0C6310FC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82A246-93F2-44EB-921E-B6072772B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28A953-E194-4268-B8A8-3E53CC937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C9DCA2-D757-49F8-B484-3B5B951AA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3558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F7CC8-81A3-4B18-80A0-E75401EDA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9677D9-A53B-4193-B2DC-B8097E2B83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85B581-235D-4727-AB37-86451017B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A98303-3F64-45FE-86CB-3E86AC3D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2DCF48-EB82-48CB-8614-1B93BEA48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8FE75D-00BA-491A-85AB-C3B5D2DD0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8403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FCCA8-C1D1-45D9-8633-008202873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99FFA5-6E79-4A2C-AF28-A2E276B18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0750B1-5496-43A8-B265-CD8FCC591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7920D61-AF6F-4CDE-A1DC-6EA90A71E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6164C16-34F7-490A-B6C3-EA64A097F7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EDE1047-1A3E-4FD3-88CC-A8DEF7519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B3B830C-1C8E-4445-8F2C-94A46E28F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31E08D2-D325-408A-8E6C-A19FC6E94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5055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7E76A7-B066-493A-8AB8-8F907B222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4C752FF-BF41-45D3-917B-4FEE71372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8EB5785-C01C-4C8B-A3D1-3325D2796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3FEF03-92AE-4DE0-91D5-D22A59F6E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6868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DE1FC8-A819-48D8-9B1D-899C4ECD6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ACE839-03FD-454D-BC85-58C118D09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DD70E7-E3C6-4EDC-8F1E-6C5555533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2303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2ED6F3-0AD4-4018-A4B8-13022ABF0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E4B653-4FC4-4668-9A01-D93AF8874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FC0404-53C8-4797-90E4-4C131F77A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DB7C940-D6DB-4592-96D5-A9E01D357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2E5B63-7A97-4FEE-9635-C0DC9BC84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D4D715-FDE9-4CE7-BF8D-794459FB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8194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7DC74-2FE8-47F3-9421-8DD9B3655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54BC065-CACD-425F-ADC6-7F8FD66738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CE21F18-47DA-4C53-84BB-B5CC1EDA6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F05A81-1DBC-4385-86F2-533269F78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BBD246-0F46-4969-9A11-0FA42467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0B561A-ABB9-4572-B20A-D595D5E20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7433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224022-FD73-4F95-BA49-4D76189E2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35F18A4-65A2-46A8-A45A-6F7A1776F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FA03D7-7940-4E48-98D3-CECD9FD46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7F2D36-5CF8-4625-AB5B-36D057885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53AA2D-1B2C-4B92-BFE4-26DF8F527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2251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8030E1-F86A-49CD-8675-4410ED5063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C20EC78-AA3F-454B-BF36-D0A74988F2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134F8F-3D90-4551-B3F3-9C8529B78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67C7D4-27E2-4A9A-82C8-7F6BED7D6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8BA547-6315-4407-ACE6-A24C7E4D8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4973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576E4DC-4737-43C3-917C-308BA8427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1F29C4-0A04-4E66-9139-7660018BA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C13598-9CA5-43CF-A0FD-60014EB7EF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A297FF-1115-491A-BD6F-6F632B90F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62FBEA-F9AB-4FF3-9EFB-ACA04BEC87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2454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3" Type="http://schemas.openxmlformats.org/officeDocument/2006/relationships/diagramLayout" Target="../diagrams/layout1.xml"/><Relationship Id="rId21" Type="http://schemas.microsoft.com/office/2007/relationships/diagramDrawing" Target="../diagrams/drawing4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diagramColors" Target="../diagrams/colors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13" Type="http://schemas.openxmlformats.org/officeDocument/2006/relationships/diagramLayout" Target="../diagrams/layout7.xml"/><Relationship Id="rId18" Type="http://schemas.openxmlformats.org/officeDocument/2006/relationships/diagramLayout" Target="../diagrams/layout8.xml"/><Relationship Id="rId3" Type="http://schemas.openxmlformats.org/officeDocument/2006/relationships/diagramLayout" Target="../diagrams/layout5.xml"/><Relationship Id="rId21" Type="http://schemas.microsoft.com/office/2007/relationships/diagramDrawing" Target="../diagrams/drawing8.xml"/><Relationship Id="rId7" Type="http://schemas.openxmlformats.org/officeDocument/2006/relationships/diagramData" Target="../diagrams/data6.xml"/><Relationship Id="rId12" Type="http://schemas.openxmlformats.org/officeDocument/2006/relationships/diagramData" Target="../diagrams/data7.xml"/><Relationship Id="rId17" Type="http://schemas.openxmlformats.org/officeDocument/2006/relationships/diagramData" Target="../diagrams/data8.xml"/><Relationship Id="rId2" Type="http://schemas.openxmlformats.org/officeDocument/2006/relationships/diagramData" Target="../diagrams/data5.xml"/><Relationship Id="rId16" Type="http://schemas.microsoft.com/office/2007/relationships/diagramDrawing" Target="../diagrams/drawing7.xml"/><Relationship Id="rId20" Type="http://schemas.openxmlformats.org/officeDocument/2006/relationships/diagramColors" Target="../diagrams/colors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5" Type="http://schemas.openxmlformats.org/officeDocument/2006/relationships/diagramColors" Target="../diagrams/colors7.xml"/><Relationship Id="rId10" Type="http://schemas.openxmlformats.org/officeDocument/2006/relationships/diagramColors" Target="../diagrams/colors6.xml"/><Relationship Id="rId19" Type="http://schemas.openxmlformats.org/officeDocument/2006/relationships/diagramQuickStyle" Target="../diagrams/quickStyle8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Relationship Id="rId1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ABE724-5F72-4DA9-8927-C606C4E29C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D82E78-E694-4868-A9FF-339EF26313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4641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ED176-48ED-41F8-8E44-24C4C9C2A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06A1D4-BA9F-432E-9FE3-5818AA4E4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En este apartado diferenciamos dos tipos de objetivos:</a:t>
            </a:r>
          </a:p>
          <a:p>
            <a:pPr marL="0" indent="0">
              <a:buNone/>
            </a:pPr>
            <a:endParaRPr lang="es-ES" dirty="0"/>
          </a:p>
          <a:p>
            <a:pPr marL="814388"/>
            <a:r>
              <a:rPr lang="es-ES" dirty="0"/>
              <a:t>los objetivos principales que la empresa quiere conseguir</a:t>
            </a:r>
          </a:p>
          <a:p>
            <a:pPr marL="814388"/>
            <a:endParaRPr lang="es-ES" dirty="0"/>
          </a:p>
          <a:p>
            <a:pPr marL="814388"/>
            <a:r>
              <a:rPr lang="es-ES" dirty="0"/>
              <a:t>los secundarios los cuales la empresa querría conseguir.</a:t>
            </a:r>
          </a:p>
        </p:txBody>
      </p:sp>
    </p:spTree>
    <p:extLst>
      <p:ext uri="{BB962C8B-B14F-4D97-AF65-F5344CB8AC3E}">
        <p14:creationId xmlns:p14="http://schemas.microsoft.com/office/powerpoint/2010/main" val="2192978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8FC56-EE3D-4101-9564-4E7B4D945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Objetivos principales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E3D38A-D9AA-4C3C-8DBB-81039E1EE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4375" indent="-265113"/>
            <a:r>
              <a:rPr lang="es-ES" dirty="0"/>
              <a:t>Conseguir beneficios.</a:t>
            </a:r>
          </a:p>
          <a:p>
            <a:pPr marL="714375" indent="-265113"/>
            <a:r>
              <a:rPr lang="es-ES" dirty="0"/>
              <a:t>Desarrollo de aplicación IOS y Android.</a:t>
            </a:r>
          </a:p>
          <a:p>
            <a:pPr marL="714375" indent="-265113"/>
            <a:r>
              <a:rPr lang="es-ES" dirty="0"/>
              <a:t>Visibilidad de nuestra aplicación.</a:t>
            </a:r>
          </a:p>
          <a:p>
            <a:pPr marL="714375" indent="-265113"/>
            <a:r>
              <a:rPr lang="es-ES" dirty="0"/>
              <a:t>Marketing.</a:t>
            </a:r>
          </a:p>
          <a:p>
            <a:pPr marL="714375" indent="-265113"/>
            <a:r>
              <a:rPr lang="es-ES" dirty="0"/>
              <a:t>Atraer el interés de empresas.</a:t>
            </a:r>
          </a:p>
          <a:p>
            <a:pPr marL="714375" indent="-265113"/>
            <a:r>
              <a:rPr lang="es-ES" dirty="0"/>
              <a:t>Conseguir financiación.</a:t>
            </a:r>
          </a:p>
          <a:p>
            <a:pPr marL="714375" indent="-265113"/>
            <a:r>
              <a:rPr lang="es-ES" dirty="0"/>
              <a:t>Políticas de referidos.</a:t>
            </a:r>
          </a:p>
        </p:txBody>
      </p:sp>
    </p:spTree>
    <p:extLst>
      <p:ext uri="{BB962C8B-B14F-4D97-AF65-F5344CB8AC3E}">
        <p14:creationId xmlns:p14="http://schemas.microsoft.com/office/powerpoint/2010/main" val="2663051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3C1AE-1EBD-4DF5-A7E0-80B798247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Objetivos secundarios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9ECCD0-A258-4106-A2ED-92F68746B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4375"/>
            <a:r>
              <a:rPr lang="es-ES" dirty="0"/>
              <a:t>Ampliación de nuestra aplicación fuera de la Comunidad de Madrid.</a:t>
            </a:r>
          </a:p>
          <a:p>
            <a:pPr marL="714375"/>
            <a:r>
              <a:rPr lang="es-ES" dirty="0"/>
              <a:t>Planear suscripción mensual o de único pago.</a:t>
            </a:r>
          </a:p>
          <a:p>
            <a:pPr marL="714375"/>
            <a:r>
              <a:rPr lang="es-ES" dirty="0"/>
              <a:t>Venta de la aplicación.</a:t>
            </a:r>
          </a:p>
          <a:p>
            <a:pPr marL="714375"/>
            <a:r>
              <a:rPr lang="es-ES" dirty="0"/>
              <a:t>Expansión de la aplicación fuera del territorio español.</a:t>
            </a:r>
          </a:p>
        </p:txBody>
      </p:sp>
    </p:spTree>
    <p:extLst>
      <p:ext uri="{BB962C8B-B14F-4D97-AF65-F5344CB8AC3E}">
        <p14:creationId xmlns:p14="http://schemas.microsoft.com/office/powerpoint/2010/main" val="84981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6BAD4F-B74E-4B20-B152-6921DB079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DESCRIPCION DE PROCESOS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E9294B-300E-4F92-BF74-C71858419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dirty="0"/>
              <a:t>Para poder realizar este proyecto estos son los procesos necesarios para poder desarrollarlo de forma eficiente:</a:t>
            </a:r>
          </a:p>
          <a:p>
            <a:pPr marL="814388"/>
            <a:r>
              <a:rPr lang="es-ES" dirty="0"/>
              <a:t>Estudio del sistema a desarrollar </a:t>
            </a:r>
          </a:p>
          <a:p>
            <a:pPr marL="814388"/>
            <a:r>
              <a:rPr lang="es-ES" dirty="0"/>
              <a:t>Requisitos </a:t>
            </a:r>
          </a:p>
          <a:p>
            <a:pPr marL="814388"/>
            <a:r>
              <a:rPr lang="es-ES" dirty="0"/>
              <a:t>Diseño</a:t>
            </a:r>
          </a:p>
          <a:p>
            <a:pPr marL="814388"/>
            <a:r>
              <a:rPr lang="es-ES" dirty="0"/>
              <a:t>Desarrollo</a:t>
            </a:r>
          </a:p>
          <a:p>
            <a:pPr marL="814388"/>
            <a:r>
              <a:rPr lang="es-ES" dirty="0"/>
              <a:t>Pruebas</a:t>
            </a:r>
          </a:p>
          <a:p>
            <a:pPr marL="814388"/>
            <a:r>
              <a:rPr lang="es-ES" dirty="0"/>
              <a:t>Instalación del software </a:t>
            </a:r>
          </a:p>
          <a:p>
            <a:pPr marL="814388"/>
            <a:r>
              <a:rPr lang="es-ES" dirty="0"/>
              <a:t>Lanzamiento de sistema </a:t>
            </a:r>
          </a:p>
          <a:p>
            <a:pPr marL="814388"/>
            <a:r>
              <a:rPr lang="es-ES" dirty="0"/>
              <a:t>Reunión semanal </a:t>
            </a:r>
            <a:br>
              <a:rPr lang="es-ES" dirty="0"/>
            </a:b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42211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2E445B3-A95E-49F5-B671-2D6CB6F013CD}"/>
              </a:ext>
            </a:extLst>
          </p:cNvPr>
          <p:cNvSpPr txBox="1"/>
          <p:nvPr/>
        </p:nvSpPr>
        <p:spPr>
          <a:xfrm>
            <a:off x="954578" y="615142"/>
            <a:ext cx="9585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u="sng" dirty="0"/>
              <a:t>ESTUDIO DEL SISTEMA A DESARROLLAR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Se estudiará a fondo el sistema a desarrollar, estudiando el mercado actual y las diferentes aplicaciones de transporte público actuales.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D3D1596-361C-4C6B-A33B-DF77B180C9D8}"/>
              </a:ext>
            </a:extLst>
          </p:cNvPr>
          <p:cNvSpPr txBox="1"/>
          <p:nvPr/>
        </p:nvSpPr>
        <p:spPr>
          <a:xfrm>
            <a:off x="954578" y="1965321"/>
            <a:ext cx="93435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u="sng" dirty="0"/>
              <a:t>REQUISITOS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Se establecerán los requisitos necesarios. Se divide en definición de requisitos, análisis de requisitos y especificación de requisitos.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A40F950-EEE5-4A54-AEDF-4B457FBFB0B7}"/>
              </a:ext>
            </a:extLst>
          </p:cNvPr>
          <p:cNvSpPr txBox="1"/>
          <p:nvPr/>
        </p:nvSpPr>
        <p:spPr>
          <a:xfrm>
            <a:off x="954578" y="3390217"/>
            <a:ext cx="9585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u="sng" dirty="0"/>
              <a:t>DISEÑO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Se establecerá el diseño arquitectónico y el de interfaz. Se divide en estas dos </a:t>
            </a:r>
            <a:r>
              <a:rPr lang="es-ES" sz="2400" dirty="0" err="1"/>
              <a:t>subfases</a:t>
            </a:r>
            <a:r>
              <a:rPr lang="es-ES" sz="2400" dirty="0"/>
              <a:t>.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732E010-A615-4A50-A5F3-381C8DFEA532}"/>
              </a:ext>
            </a:extLst>
          </p:cNvPr>
          <p:cNvSpPr txBox="1"/>
          <p:nvPr/>
        </p:nvSpPr>
        <p:spPr>
          <a:xfrm>
            <a:off x="954578" y="4815113"/>
            <a:ext cx="9585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u="sng" dirty="0"/>
              <a:t>DESARROLLO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Se desarrollará todo el software de la aplicación. Se divide en codificación y depuración y documentación.</a:t>
            </a:r>
          </a:p>
        </p:txBody>
      </p:sp>
    </p:spTree>
    <p:extLst>
      <p:ext uri="{BB962C8B-B14F-4D97-AF65-F5344CB8AC3E}">
        <p14:creationId xmlns:p14="http://schemas.microsoft.com/office/powerpoint/2010/main" val="3822281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7BCB794-41AD-4C7C-A995-1FCFC145ED7A}"/>
              </a:ext>
            </a:extLst>
          </p:cNvPr>
          <p:cNvSpPr txBox="1"/>
          <p:nvPr/>
        </p:nvSpPr>
        <p:spPr>
          <a:xfrm>
            <a:off x="1303020" y="760615"/>
            <a:ext cx="9585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u="sng" dirty="0"/>
              <a:t>PRUEBAS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Los encargados de realizar las diferentes pruebas para comprobar el correcto funcionamiento del sistema Instalación del software.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A9DDC73-1C84-461F-9CF4-45E4EE168ED1}"/>
              </a:ext>
            </a:extLst>
          </p:cNvPr>
          <p:cNvSpPr txBox="1"/>
          <p:nvPr/>
        </p:nvSpPr>
        <p:spPr>
          <a:xfrm>
            <a:off x="1303020" y="3325809"/>
            <a:ext cx="9585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u="sng" dirty="0"/>
              <a:t>LANZAMIENTO DEL SISTEMA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Los encargados de realizar las diferentes pruebas para comprobar el correcto funcionamiento del sistema Instalación del software.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6EB6BC5-97F5-4CC4-853E-9C2990CF8456}"/>
              </a:ext>
            </a:extLst>
          </p:cNvPr>
          <p:cNvSpPr txBox="1"/>
          <p:nvPr/>
        </p:nvSpPr>
        <p:spPr>
          <a:xfrm>
            <a:off x="1303020" y="4608406"/>
            <a:ext cx="95859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u="sng" dirty="0"/>
              <a:t>REUNION SEMANAL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s-ES" sz="2400" dirty="0"/>
              <a:t>Los lunes de cada semana se realizará una reunión de una hora a la que asistirán todos los trabajadores para hablar sobre la situación actual del proyecto.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3772A63-022E-400E-825C-327BF009123C}"/>
              </a:ext>
            </a:extLst>
          </p:cNvPr>
          <p:cNvSpPr txBox="1"/>
          <p:nvPr/>
        </p:nvSpPr>
        <p:spPr>
          <a:xfrm>
            <a:off x="1303020" y="2043212"/>
            <a:ext cx="9585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u="sng" dirty="0"/>
              <a:t>INSTALACION DEL SOFTWARE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Se evalúa el software, se corrigen los errores y se añaden pequeñas mejoras en la medida de lo posible.</a:t>
            </a:r>
          </a:p>
        </p:txBody>
      </p:sp>
    </p:spTree>
    <p:extLst>
      <p:ext uri="{BB962C8B-B14F-4D97-AF65-F5344CB8AC3E}">
        <p14:creationId xmlns:p14="http://schemas.microsoft.com/office/powerpoint/2010/main" val="4281778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3BAF1561-20C4-41FD-A35F-BF2B9E727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529466" y="996722"/>
            <a:ext cx="5923488" cy="4864556"/>
          </a:xfrm>
          <a:prstGeom prst="round2SameRect">
            <a:avLst>
              <a:gd name="adj1" fmla="val 3762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839DC788-B140-4F3E-A91E-CB3E70ED9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57200" y="1050468"/>
            <a:ext cx="5609397" cy="4757058"/>
          </a:xfrm>
          <a:prstGeom prst="round2SameRect">
            <a:avLst>
              <a:gd name="adj1" fmla="val 2061"/>
              <a:gd name="adj2" fmla="val 0"/>
            </a:avLst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163126-A5B1-43B6-865A-AEA9BB4B8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981091"/>
            <a:ext cx="4092951" cy="1624457"/>
          </a:xfrm>
        </p:spPr>
        <p:txBody>
          <a:bodyPr>
            <a:normAutofit/>
          </a:bodyPr>
          <a:lstStyle/>
          <a:p>
            <a:r>
              <a:rPr lang="es-ES" sz="3600">
                <a:solidFill>
                  <a:schemeClr val="bg1"/>
                </a:solidFill>
              </a:rPr>
              <a:t>ESTRUCTURAS HUMANAS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18D930-0EEE-448F-ABF1-2AA3C83DA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071" y="2705800"/>
            <a:ext cx="1597456" cy="0"/>
          </a:xfrm>
          <a:prstGeom prst="line">
            <a:avLst/>
          </a:prstGeom>
          <a:ln w="508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6071C2-CC3A-4E1D-8AD2-AD5C376C3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733" y="2834809"/>
            <a:ext cx="4092951" cy="304209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ES" sz="2000">
                <a:solidFill>
                  <a:schemeClr val="bg1"/>
                </a:solidFill>
              </a:rPr>
              <a:t>El personal que trabajará en el proyecto será: un jefe de proyecto, un programador jefe, tres programadores y dos encargados de pruebas. </a:t>
            </a:r>
          </a:p>
          <a:p>
            <a:pPr marL="0" indent="0">
              <a:buNone/>
            </a:pPr>
            <a:r>
              <a:rPr lang="es-ES" sz="2000">
                <a:solidFill>
                  <a:schemeClr val="bg1"/>
                </a:solidFill>
              </a:rPr>
              <a:t>Metodología que se seguirá será Scrum, el cual se combinará con Kanban. </a:t>
            </a:r>
          </a:p>
          <a:p>
            <a:pPr marL="0" indent="0">
              <a:buNone/>
            </a:pPr>
            <a:endParaRPr lang="es-ES" sz="200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9FE1C92-9EB5-4253-BFCC-A695BBD74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67" y="1992987"/>
            <a:ext cx="6542117" cy="271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09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Top Corners Rounded 13">
            <a:extLst>
              <a:ext uri="{FF2B5EF4-FFF2-40B4-BE49-F238E27FC236}">
                <a16:creationId xmlns:a16="http://schemas.microsoft.com/office/drawing/2014/main" id="{3BAF1561-20C4-41FD-A35F-BF2B9E727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529466" y="996722"/>
            <a:ext cx="5923488" cy="4864556"/>
          </a:xfrm>
          <a:prstGeom prst="round2SameRect">
            <a:avLst>
              <a:gd name="adj1" fmla="val 3762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: Top Corners Rounded 15">
            <a:extLst>
              <a:ext uri="{FF2B5EF4-FFF2-40B4-BE49-F238E27FC236}">
                <a16:creationId xmlns:a16="http://schemas.microsoft.com/office/drawing/2014/main" id="{839DC788-B140-4F3E-A91E-CB3E70ED9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57200" y="1050468"/>
            <a:ext cx="5609397" cy="4757058"/>
          </a:xfrm>
          <a:prstGeom prst="round2SameRect">
            <a:avLst>
              <a:gd name="adj1" fmla="val 2061"/>
              <a:gd name="adj2" fmla="val 0"/>
            </a:avLst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B5CFA7-A752-4812-8C4E-3CC0606AC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981091"/>
            <a:ext cx="4092951" cy="1624457"/>
          </a:xfrm>
        </p:spPr>
        <p:txBody>
          <a:bodyPr>
            <a:normAutofit/>
          </a:bodyPr>
          <a:lstStyle/>
          <a:p>
            <a:r>
              <a:rPr lang="es-ES" sz="3600">
                <a:solidFill>
                  <a:schemeClr val="bg1"/>
                </a:solidFill>
              </a:rPr>
              <a:t>ESTRUCTURAS TECNICAS</a:t>
            </a:r>
          </a:p>
        </p:txBody>
      </p:sp>
      <p:cxnSp>
        <p:nvCxnSpPr>
          <p:cNvPr id="24" name="Straight Connector 17">
            <a:extLst>
              <a:ext uri="{FF2B5EF4-FFF2-40B4-BE49-F238E27FC236}">
                <a16:creationId xmlns:a16="http://schemas.microsoft.com/office/drawing/2014/main" id="{FC18D930-0EEE-448F-ABF1-2AA3C83DA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071" y="2705800"/>
            <a:ext cx="1597456" cy="0"/>
          </a:xfrm>
          <a:prstGeom prst="line">
            <a:avLst/>
          </a:prstGeom>
          <a:ln w="508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E226FF-A458-4AF0-B975-763164025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733" y="2834809"/>
            <a:ext cx="4092951" cy="304209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ES" sz="2000">
                <a:solidFill>
                  <a:schemeClr val="bg1"/>
                </a:solidFill>
              </a:rPr>
              <a:t>Los usuarios se conectarán a un servidor que recibirá y guardará información en tiempo real.</a:t>
            </a:r>
          </a:p>
          <a:p>
            <a:pPr marL="0" indent="0">
              <a:buNone/>
            </a:pPr>
            <a:endParaRPr lang="es-ES" sz="200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50A6DDF-7393-412C-A08D-E2604D7F7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67" y="2025698"/>
            <a:ext cx="6542117" cy="264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206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848566-AEB3-45FA-8190-FC8DAB6D8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7400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s-ES" sz="2600">
                <a:solidFill>
                  <a:srgbClr val="FFFFFF"/>
                </a:solidFill>
              </a:rPr>
              <a:t>ESTIMACION DE FASES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0B309A6-1B7C-4B30-93D4-5FEBB0CCF2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1986" y="1320758"/>
            <a:ext cx="3568528" cy="435051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E070E62-1E2E-4221-9F36-415C6FD44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100" y="1320758"/>
            <a:ext cx="4133678" cy="448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294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D8FBD-958D-47DD-B500-6B00124AA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PLANIFICACION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00B335-862E-40CB-AE46-B601180DC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Empieza el 10 de febrero de 2020 y tiene una fecha estimada de finalización el 19 de enero de 2021.</a:t>
            </a:r>
          </a:p>
          <a:p>
            <a:pPr marL="0" indent="0">
              <a:buNone/>
            </a:pPr>
            <a:r>
              <a:rPr lang="es-ES" dirty="0"/>
              <a:t>El horario de personal es de 9:00 a 19:00 con 2 horas para comer, jornada de lunes a viernes, excepto casos y fechas excepcionales: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324EB4C-8B0F-4EB5-BF95-AC7B49C3E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857" y="4001294"/>
            <a:ext cx="9774285" cy="163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600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7E2C53-DC17-4BDC-A60B-C519A5415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ENTREGABLES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77DE57-05B4-4352-B826-CE5BAC98F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dirty="0"/>
              <a:t>Después de las fases anteriormente citadas se realiza un entregable con informes y/o archivos de cada una de estas:</a:t>
            </a:r>
          </a:p>
          <a:p>
            <a:pPr marL="712788"/>
            <a:r>
              <a:rPr lang="es-ES" dirty="0"/>
              <a:t>Estudio sistema a desarrollar</a:t>
            </a:r>
          </a:p>
          <a:p>
            <a:pPr marL="712788"/>
            <a:r>
              <a:rPr lang="es-ES" dirty="0"/>
              <a:t>Requisitos</a:t>
            </a:r>
          </a:p>
          <a:p>
            <a:pPr marL="712788"/>
            <a:r>
              <a:rPr lang="es-ES" dirty="0"/>
              <a:t>Diseño</a:t>
            </a:r>
          </a:p>
          <a:p>
            <a:pPr marL="712788"/>
            <a:r>
              <a:rPr lang="es-ES" dirty="0"/>
              <a:t>Desarrollo</a:t>
            </a:r>
          </a:p>
          <a:p>
            <a:pPr marL="712788"/>
            <a:r>
              <a:rPr lang="es-ES" dirty="0"/>
              <a:t>Pruebas</a:t>
            </a:r>
          </a:p>
          <a:p>
            <a:pPr marL="712788"/>
            <a:r>
              <a:rPr lang="es-ES" dirty="0"/>
              <a:t>Instalación del software</a:t>
            </a:r>
          </a:p>
          <a:p>
            <a:pPr marL="712788"/>
            <a:r>
              <a:rPr lang="es-ES" dirty="0"/>
              <a:t>Lanzamiento del sistema</a:t>
            </a:r>
          </a:p>
          <a:p>
            <a:pPr marL="712788"/>
            <a:r>
              <a:rPr lang="es-ES" dirty="0"/>
              <a:t>Reunión semanal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81897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9D4AF881-2A4C-4C00-A066-56597B8DE2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3209860"/>
              </p:ext>
            </p:extLst>
          </p:nvPr>
        </p:nvGraphicFramePr>
        <p:xfrm>
          <a:off x="838200" y="3200062"/>
          <a:ext cx="5246624" cy="3815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E5699E8D-6B79-415F-BDBC-FB6766E74D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8627887"/>
              </p:ext>
            </p:extLst>
          </p:nvPr>
        </p:nvGraphicFramePr>
        <p:xfrm>
          <a:off x="849376" y="1292183"/>
          <a:ext cx="5246624" cy="3815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34399FA6-C2FC-455C-827D-600939DA41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3123608"/>
              </p:ext>
            </p:extLst>
          </p:nvPr>
        </p:nvGraphicFramePr>
        <p:xfrm>
          <a:off x="6380480" y="1292183"/>
          <a:ext cx="5246624" cy="3815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13" name="Título 1">
            <a:extLst>
              <a:ext uri="{FF2B5EF4-FFF2-40B4-BE49-F238E27FC236}">
                <a16:creationId xmlns:a16="http://schemas.microsoft.com/office/drawing/2014/main" id="{677AA615-4592-428D-93FC-25D04019D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 dirty="0"/>
              <a:t>ENTREGABLES</a:t>
            </a:r>
          </a:p>
        </p:txBody>
      </p: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B33EA82C-EBB8-48F5-B90A-8CB7D963AF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1143881"/>
              </p:ext>
            </p:extLst>
          </p:nvPr>
        </p:nvGraphicFramePr>
        <p:xfrm>
          <a:off x="6380480" y="3200062"/>
          <a:ext cx="5246624" cy="3815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</p:spTree>
    <p:extLst>
      <p:ext uri="{BB962C8B-B14F-4D97-AF65-F5344CB8AC3E}">
        <p14:creationId xmlns:p14="http://schemas.microsoft.com/office/powerpoint/2010/main" val="1367468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6A62DC-0299-487D-8601-D7E038154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ENTREGABLES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151201DE-9F10-4301-8346-0204C026C0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2027183"/>
              </p:ext>
            </p:extLst>
          </p:nvPr>
        </p:nvGraphicFramePr>
        <p:xfrm>
          <a:off x="838200" y="1027906"/>
          <a:ext cx="5246624" cy="3815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1176DC72-07DF-4B26-BE3F-8D33AE2333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4366732"/>
              </p:ext>
            </p:extLst>
          </p:nvPr>
        </p:nvGraphicFramePr>
        <p:xfrm>
          <a:off x="860554" y="3207172"/>
          <a:ext cx="5246624" cy="3815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4266BCA6-EA1D-49FC-AC06-EC9A18F1E3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0291324"/>
              </p:ext>
            </p:extLst>
          </p:nvPr>
        </p:nvGraphicFramePr>
        <p:xfrm>
          <a:off x="6585712" y="1027906"/>
          <a:ext cx="5246624" cy="3815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CBC5E56F-17FD-4774-A8A4-1706996606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9250077"/>
              </p:ext>
            </p:extLst>
          </p:nvPr>
        </p:nvGraphicFramePr>
        <p:xfrm>
          <a:off x="6608067" y="3207172"/>
          <a:ext cx="5246624" cy="3815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</p:spTree>
    <p:extLst>
      <p:ext uri="{BB962C8B-B14F-4D97-AF65-F5344CB8AC3E}">
        <p14:creationId xmlns:p14="http://schemas.microsoft.com/office/powerpoint/2010/main" val="1232674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1A9901-8655-495C-AE7D-A40A0DE3C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WBS Y OBS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041A0A3-8E16-4C4E-8399-F623AFC033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3326"/>
          <a:stretch/>
        </p:blipFill>
        <p:spPr>
          <a:xfrm>
            <a:off x="1684194" y="2425548"/>
            <a:ext cx="4400204" cy="2974365"/>
          </a:xfrm>
          <a:prstGeom prst="rect">
            <a:avLst/>
          </a:prstGeom>
        </p:spPr>
      </p:pic>
      <p:pic>
        <p:nvPicPr>
          <p:cNvPr id="6" name="Marcador de contenido 4">
            <a:extLst>
              <a:ext uri="{FF2B5EF4-FFF2-40B4-BE49-F238E27FC236}">
                <a16:creationId xmlns:a16="http://schemas.microsoft.com/office/drawing/2014/main" id="{5709DB2C-AE1A-4075-9E0C-F4E05CEF6D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725"/>
          <a:stretch/>
        </p:blipFill>
        <p:spPr>
          <a:xfrm>
            <a:off x="6794028" y="2425548"/>
            <a:ext cx="3854922" cy="297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785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7238D8-1070-48DF-9613-BA86146CF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CARGAS DE TRABAJO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12E67-AC40-468E-8DB5-A9EF91AEC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A continuación, se mostrarán las diferentes tablas con la carga de trabajo de cada uno de los empleados en las distintas fases del proyecto.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Siendo 9851 horas la carga total de este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B6345E3-5721-4375-B3B0-C5D5590D8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303" y="3770670"/>
            <a:ext cx="7157292" cy="35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802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4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1191" y="0"/>
            <a:ext cx="6100799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9048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B7D4A7-FC6A-449E-8E0E-6B2D58146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498" y="655783"/>
            <a:ext cx="4284418" cy="14483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CARGAS DE TRABAJO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BBE8A6CF-4C03-4EE9-8017-65911121F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212" y="637763"/>
            <a:ext cx="3960246" cy="14664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500"/>
              <a:t>Aquí vemos las horas trabajadas por cada uno de los empleados en las distintas fases: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6212" y="43498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210FB2B-DB6B-4A23-8051-9CCD2CADEB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05" r="1" b="1236"/>
          <a:stretch/>
        </p:blipFill>
        <p:spPr>
          <a:xfrm>
            <a:off x="1155559" y="2265037"/>
            <a:ext cx="9889790" cy="394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940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D8BC2C-0335-4A67-A9F3-8F7462EF8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DURACION Y COSTE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BDD0CE-06A4-404B-8A13-580229C1C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41750"/>
            <a:ext cx="12192000" cy="4716250"/>
          </a:xfrm>
          <a:prstGeom prst="rect">
            <a:avLst/>
          </a:prstGeom>
          <a:solidFill>
            <a:srgbClr val="4D45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26">
            <a:extLst>
              <a:ext uri="{FF2B5EF4-FFF2-40B4-BE49-F238E27FC236}">
                <a16:creationId xmlns:a16="http://schemas.microsoft.com/office/drawing/2014/main" id="{EE9899FA-8881-472C-AA59-D08A89CA8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64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09DC2472-B169-4563-9146-95DA67616C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41956"/>
          <a:stretch/>
        </p:blipFill>
        <p:spPr>
          <a:xfrm>
            <a:off x="639148" y="3187699"/>
            <a:ext cx="4974336" cy="2510477"/>
          </a:xfrm>
          <a:prstGeom prst="rect">
            <a:avLst/>
          </a:prstGeom>
        </p:spPr>
      </p:pic>
      <p:sp>
        <p:nvSpPr>
          <p:cNvPr id="14" name="Rounded Rectangle 16">
            <a:extLst>
              <a:ext uri="{FF2B5EF4-FFF2-40B4-BE49-F238E27FC236}">
                <a16:creationId xmlns:a16="http://schemas.microsoft.com/office/drawing/2014/main" id="{080B7D90-3DF1-4514-B26D-616BE3555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4749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FDF3300-0373-41BC-AB73-BB5EBACE07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785"/>
          <a:stretch/>
        </p:blipFill>
        <p:spPr>
          <a:xfrm>
            <a:off x="6411465" y="3187700"/>
            <a:ext cx="5300135" cy="258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3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Top Corners Rounded 8">
            <a:extLst>
              <a:ext uri="{FF2B5EF4-FFF2-40B4-BE49-F238E27FC236}">
                <a16:creationId xmlns:a16="http://schemas.microsoft.com/office/drawing/2014/main" id="{3BAF1561-20C4-41FD-A35F-BF2B9E727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529466" y="996722"/>
            <a:ext cx="5923488" cy="4864556"/>
          </a:xfrm>
          <a:prstGeom prst="round2SameRect">
            <a:avLst>
              <a:gd name="adj1" fmla="val 3762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839DC788-B140-4F3E-A91E-CB3E70ED9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57200" y="1050468"/>
            <a:ext cx="5609397" cy="4757058"/>
          </a:xfrm>
          <a:prstGeom prst="round2SameRect">
            <a:avLst>
              <a:gd name="adj1" fmla="val 2061"/>
              <a:gd name="adj2" fmla="val 0"/>
            </a:avLst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41EDB8-E6F2-4330-A4D4-6BE8C4F86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981091"/>
            <a:ext cx="4092951" cy="1624457"/>
          </a:xfrm>
        </p:spPr>
        <p:txBody>
          <a:bodyPr>
            <a:normAutofit/>
          </a:bodyPr>
          <a:lstStyle/>
          <a:p>
            <a:r>
              <a:rPr lang="es-ES" sz="3600">
                <a:solidFill>
                  <a:schemeClr val="bg1"/>
                </a:solidFill>
              </a:rPr>
              <a:t>HITOS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18D930-0EEE-448F-ABF1-2AA3C83DA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071" y="2705800"/>
            <a:ext cx="1597456" cy="0"/>
          </a:xfrm>
          <a:prstGeom prst="line">
            <a:avLst/>
          </a:prstGeom>
          <a:ln w="508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85BBDF-A1B3-4505-977E-BCE8EDC3C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733" y="2834809"/>
            <a:ext cx="4092951" cy="304209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ES" sz="2000">
                <a:solidFill>
                  <a:schemeClr val="bg1"/>
                </a:solidFill>
              </a:rPr>
              <a:t>Los hitos que hemos marcado proceden a tareas terminadas, estos hitos son los siguientes:</a:t>
            </a:r>
          </a:p>
          <a:p>
            <a:pPr marL="0" indent="0">
              <a:buNone/>
            </a:pPr>
            <a:endParaRPr lang="es-ES" sz="200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124CE87-CF19-410E-A4D4-38D785059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67" y="1489874"/>
            <a:ext cx="6542117" cy="372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355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03C78-94CB-440B-8E3E-11988EAE9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/>
              <a:t>TAREAS CRITICAS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53F967-1D65-4372-A740-78C323F56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ES"/>
              <a:t>En Project han sido marcadas como tareas críticas las siguientes: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872EAAC-F150-490A-866A-4918F241B8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4700"/>
          <a:stretch/>
        </p:blipFill>
        <p:spPr>
          <a:xfrm>
            <a:off x="1064875" y="2510991"/>
            <a:ext cx="4829849" cy="344531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05EC648-9E64-448D-8905-7E62F9FE2C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504"/>
          <a:stretch/>
        </p:blipFill>
        <p:spPr>
          <a:xfrm>
            <a:off x="6286848" y="2547144"/>
            <a:ext cx="5066952" cy="290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194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3BAF1561-20C4-41FD-A35F-BF2B9E727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529466" y="996722"/>
            <a:ext cx="5923488" cy="4864556"/>
          </a:xfrm>
          <a:prstGeom prst="round2SameRect">
            <a:avLst>
              <a:gd name="adj1" fmla="val 3762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839DC788-B140-4F3E-A91E-CB3E70ED9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57200" y="1050468"/>
            <a:ext cx="5609397" cy="4757058"/>
          </a:xfrm>
          <a:prstGeom prst="round2SameRect">
            <a:avLst>
              <a:gd name="adj1" fmla="val 2061"/>
              <a:gd name="adj2" fmla="val 0"/>
            </a:avLst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FD7869-192A-4EB6-9100-AA63E984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981091"/>
            <a:ext cx="4092951" cy="1624457"/>
          </a:xfrm>
        </p:spPr>
        <p:txBody>
          <a:bodyPr>
            <a:normAutofit/>
          </a:bodyPr>
          <a:lstStyle/>
          <a:p>
            <a:r>
              <a:rPr lang="es-ES" sz="3600">
                <a:solidFill>
                  <a:schemeClr val="bg1"/>
                </a:solidFill>
              </a:rPr>
              <a:t>DIAGRAMA PERT / CPM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18D930-0EEE-448F-ABF1-2AA3C83DA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071" y="2705800"/>
            <a:ext cx="1597456" cy="0"/>
          </a:xfrm>
          <a:prstGeom prst="line">
            <a:avLst/>
          </a:prstGeom>
          <a:ln w="508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AB224F-F632-400D-8F0F-77D4C65C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733" y="2834809"/>
            <a:ext cx="4092951" cy="304209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ES" sz="2000">
                <a:solidFill>
                  <a:schemeClr val="bg1"/>
                </a:solidFill>
              </a:rPr>
              <a:t>En la siguiente imagen se muestra el Diagrama de Pert, con las tareas críticas marcadas en rojo:</a:t>
            </a:r>
          </a:p>
          <a:p>
            <a:pPr marL="0" indent="0">
              <a:buNone/>
            </a:pPr>
            <a:endParaRPr lang="es-ES" sz="200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48FADDC-50C3-4653-9739-AA572A3BCD4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761" y="1992986"/>
            <a:ext cx="6698123" cy="284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972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14870-6426-4A74-84DD-8B620913A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E89F2-2234-41F5-BB3E-766FF3844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97645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425083-D236-434A-904C-EFDCDFFDD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73" y="2434557"/>
            <a:ext cx="10515600" cy="1325563"/>
          </a:xfrm>
        </p:spPr>
        <p:txBody>
          <a:bodyPr/>
          <a:lstStyle/>
          <a:p>
            <a:pPr algn="ctr"/>
            <a:r>
              <a:rPr lang="es-ES" dirty="0"/>
              <a:t>BOLUDO</a:t>
            </a:r>
          </a:p>
        </p:txBody>
      </p:sp>
    </p:spTree>
    <p:extLst>
      <p:ext uri="{BB962C8B-B14F-4D97-AF65-F5344CB8AC3E}">
        <p14:creationId xmlns:p14="http://schemas.microsoft.com/office/powerpoint/2010/main" val="41239896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682</Words>
  <Application>Microsoft Office PowerPoint</Application>
  <PresentationFormat>Panorámica</PresentationFormat>
  <Paragraphs>100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Tema de Office</vt:lpstr>
      <vt:lpstr>Presentación de PowerPoint</vt:lpstr>
      <vt:lpstr>OBJETIVOS</vt:lpstr>
      <vt:lpstr>Objetivos principales</vt:lpstr>
      <vt:lpstr>Objetivos secundarios</vt:lpstr>
      <vt:lpstr>DESCRIPCION DE PROCESOS</vt:lpstr>
      <vt:lpstr>Presentación de PowerPoint</vt:lpstr>
      <vt:lpstr>Presentación de PowerPoint</vt:lpstr>
      <vt:lpstr>ESTRUCTURAS HUMANAS</vt:lpstr>
      <vt:lpstr>ESTRUCTURAS TECNICAS</vt:lpstr>
      <vt:lpstr>ESTIMACION DE FASES</vt:lpstr>
      <vt:lpstr>PLANIFICACION DEL PROYECTO</vt:lpstr>
      <vt:lpstr>ENTREGABLES</vt:lpstr>
      <vt:lpstr>ENTREGABLES</vt:lpstr>
      <vt:lpstr>ENTREGABLES</vt:lpstr>
      <vt:lpstr>WBS Y OBS</vt:lpstr>
      <vt:lpstr>CARGAS DE TRABAJO</vt:lpstr>
      <vt:lpstr>CARGAS DE TRABAJO</vt:lpstr>
      <vt:lpstr>DURACION Y COSTE</vt:lpstr>
      <vt:lpstr>HITOS</vt:lpstr>
      <vt:lpstr>TAREAS CRITICAS</vt:lpstr>
      <vt:lpstr>DIAGRAMA PERT / CPM</vt:lpstr>
      <vt:lpstr>CONCLUSIONES</vt:lpstr>
      <vt:lpstr>BOLUDO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alberto gonzalez martinez</dc:creator>
  <cp:lastModifiedBy>alberto gonzalez martinez</cp:lastModifiedBy>
  <cp:revision>1</cp:revision>
  <dcterms:created xsi:type="dcterms:W3CDTF">2020-03-20T13:23:41Z</dcterms:created>
  <dcterms:modified xsi:type="dcterms:W3CDTF">2020-03-20T13:23:49Z</dcterms:modified>
</cp:coreProperties>
</file>