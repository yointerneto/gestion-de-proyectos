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73" r:id="rId5"/>
    <p:sldId id="258" r:id="rId6"/>
    <p:sldId id="275" r:id="rId7"/>
    <p:sldId id="276" r:id="rId8"/>
    <p:sldId id="259" r:id="rId9"/>
    <p:sldId id="277" r:id="rId10"/>
    <p:sldId id="260" r:id="rId11"/>
    <p:sldId id="261" r:id="rId12"/>
    <p:sldId id="262" r:id="rId13"/>
    <p:sldId id="278" r:id="rId14"/>
    <p:sldId id="279" r:id="rId15"/>
    <p:sldId id="263" r:id="rId16"/>
    <p:sldId id="264" r:id="rId17"/>
    <p:sldId id="280" r:id="rId18"/>
    <p:sldId id="265" r:id="rId19"/>
    <p:sldId id="266" r:id="rId20"/>
    <p:sldId id="267" r:id="rId21"/>
    <p:sldId id="268" r:id="rId22"/>
    <p:sldId id="269" r:id="rId2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0EBE8-B81C-4A36-ABE1-FF2237A82172}" v="415" dt="2020-03-20T13:23:25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2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gonzalez martinez" userId="8484171de3c12e77" providerId="LiveId" clId="{B270EBE8-B81C-4A36-ABE1-FF2237A82172}"/>
    <pc:docChg chg="undo redo custSel mod addSld delSld modSld">
      <pc:chgData name="alberto gonzalez martinez" userId="8484171de3c12e77" providerId="LiveId" clId="{B270EBE8-B81C-4A36-ABE1-FF2237A82172}" dt="2020-03-20T13:23:45.074" v="4186" actId="14100"/>
      <pc:docMkLst>
        <pc:docMk/>
      </pc:docMkLst>
      <pc:sldChg chg="add">
        <pc:chgData name="alberto gonzalez martinez" userId="8484171de3c12e77" providerId="LiveId" clId="{B270EBE8-B81C-4A36-ABE1-FF2237A82172}" dt="2020-03-20T11:01:36.826" v="0"/>
        <pc:sldMkLst>
          <pc:docMk/>
          <pc:sldMk cId="2644641308" sldId="256"/>
        </pc:sldMkLst>
      </pc:sldChg>
      <pc:sldChg chg="modSp add">
        <pc:chgData name="alberto gonzalez martinez" userId="8484171de3c12e77" providerId="LiveId" clId="{B270EBE8-B81C-4A36-ABE1-FF2237A82172}" dt="2020-03-20T11:12:58.792" v="634" actId="20577"/>
        <pc:sldMkLst>
          <pc:docMk/>
          <pc:sldMk cId="2192978877" sldId="257"/>
        </pc:sldMkLst>
        <pc:spChg chg="mod">
          <ac:chgData name="alberto gonzalez martinez" userId="8484171de3c12e77" providerId="LiveId" clId="{B270EBE8-B81C-4A36-ABE1-FF2237A82172}" dt="2020-03-20T11:02:20.512" v="25" actId="20577"/>
          <ac:spMkLst>
            <pc:docMk/>
            <pc:sldMk cId="2192978877" sldId="257"/>
            <ac:spMk id="2" creationId="{6E0ED176-48ED-41F8-8E44-24C4C9C2ADC3}"/>
          </ac:spMkLst>
        </pc:spChg>
        <pc:spChg chg="mod">
          <ac:chgData name="alberto gonzalez martinez" userId="8484171de3c12e77" providerId="LiveId" clId="{B270EBE8-B81C-4A36-ABE1-FF2237A82172}" dt="2020-03-20T11:12:58.792" v="634" actId="20577"/>
          <ac:spMkLst>
            <pc:docMk/>
            <pc:sldMk cId="2192978877" sldId="257"/>
            <ac:spMk id="3" creationId="{D406A1D4-BA9F-432E-9FE3-5818AA4E43AF}"/>
          </ac:spMkLst>
        </pc:spChg>
      </pc:sldChg>
      <pc:sldChg chg="modSp add">
        <pc:chgData name="alberto gonzalez martinez" userId="8484171de3c12e77" providerId="LiveId" clId="{B270EBE8-B81C-4A36-ABE1-FF2237A82172}" dt="2020-03-20T11:25:44.395" v="1494" actId="179"/>
        <pc:sldMkLst>
          <pc:docMk/>
          <pc:sldMk cId="3642211527" sldId="258"/>
        </pc:sldMkLst>
        <pc:spChg chg="mod">
          <ac:chgData name="alberto gonzalez martinez" userId="8484171de3c12e77" providerId="LiveId" clId="{B270EBE8-B81C-4A36-ABE1-FF2237A82172}" dt="2020-03-20T11:02:55.690" v="72" actId="20577"/>
          <ac:spMkLst>
            <pc:docMk/>
            <pc:sldMk cId="3642211527" sldId="258"/>
            <ac:spMk id="2" creationId="{F86BAD4F-B74E-4B20-B152-6921DB0798C1}"/>
          </ac:spMkLst>
        </pc:spChg>
        <pc:spChg chg="mod">
          <ac:chgData name="alberto gonzalez martinez" userId="8484171de3c12e77" providerId="LiveId" clId="{B270EBE8-B81C-4A36-ABE1-FF2237A82172}" dt="2020-03-20T11:25:44.395" v="1494" actId="179"/>
          <ac:spMkLst>
            <pc:docMk/>
            <pc:sldMk cId="3642211527" sldId="258"/>
            <ac:spMk id="3" creationId="{14E9294B-300E-4F92-BF74-C71858419C8D}"/>
          </ac:spMkLst>
        </pc:spChg>
      </pc:sldChg>
      <pc:sldChg chg="addSp delSp modSp add mod setBg setClrOvrMap">
        <pc:chgData name="alberto gonzalez martinez" userId="8484171de3c12e77" providerId="LiveId" clId="{B270EBE8-B81C-4A36-ABE1-FF2237A82172}" dt="2020-03-20T12:11:24.261" v="2134" actId="26606"/>
        <pc:sldMkLst>
          <pc:docMk/>
          <pc:sldMk cId="2546709369" sldId="259"/>
        </pc:sldMkLst>
        <pc:spChg chg="mod">
          <ac:chgData name="alberto gonzalez martinez" userId="8484171de3c12e77" providerId="LiveId" clId="{B270EBE8-B81C-4A36-ABE1-FF2237A82172}" dt="2020-03-20T12:11:24.261" v="2134" actId="26606"/>
          <ac:spMkLst>
            <pc:docMk/>
            <pc:sldMk cId="2546709369" sldId="259"/>
            <ac:spMk id="2" creationId="{D4163126-A5B1-43B6-865A-AEA9BB4B87F0}"/>
          </ac:spMkLst>
        </pc:spChg>
        <pc:spChg chg="mod">
          <ac:chgData name="alberto gonzalez martinez" userId="8484171de3c12e77" providerId="LiveId" clId="{B270EBE8-B81C-4A36-ABE1-FF2237A82172}" dt="2020-03-20T12:11:24.261" v="2134" actId="26606"/>
          <ac:spMkLst>
            <pc:docMk/>
            <pc:sldMk cId="2546709369" sldId="259"/>
            <ac:spMk id="3" creationId="{B06071C2-CC3A-4E1D-8AD2-AD5C376C3B89}"/>
          </ac:spMkLst>
        </pc:spChg>
        <pc:spChg chg="add del">
          <ac:chgData name="alberto gonzalez martinez" userId="8484171de3c12e77" providerId="LiveId" clId="{B270EBE8-B81C-4A36-ABE1-FF2237A82172}" dt="2020-03-20T12:08:25.537" v="2023" actId="26606"/>
          <ac:spMkLst>
            <pc:docMk/>
            <pc:sldMk cId="2546709369" sldId="259"/>
            <ac:spMk id="8" creationId="{DFF2AC85-FAA0-4844-813F-83C04D7382E2}"/>
          </ac:spMkLst>
        </pc:spChg>
        <pc:spChg chg="add">
          <ac:chgData name="alberto gonzalez martinez" userId="8484171de3c12e77" providerId="LiveId" clId="{B270EBE8-B81C-4A36-ABE1-FF2237A82172}" dt="2020-03-20T12:11:24.261" v="2134" actId="26606"/>
          <ac:spMkLst>
            <pc:docMk/>
            <pc:sldMk cId="2546709369" sldId="259"/>
            <ac:spMk id="9" creationId="{3BAF1561-20C4-41FD-A35F-BF2B9E727F3E}"/>
          </ac:spMkLst>
        </pc:spChg>
        <pc:spChg chg="add del">
          <ac:chgData name="alberto gonzalez martinez" userId="8484171de3c12e77" providerId="LiveId" clId="{B270EBE8-B81C-4A36-ABE1-FF2237A82172}" dt="2020-03-20T12:08:25.537" v="2023" actId="26606"/>
          <ac:spMkLst>
            <pc:docMk/>
            <pc:sldMk cId="2546709369" sldId="259"/>
            <ac:spMk id="10" creationId="{89CC0F1E-BAA2-47B1-8F83-7ECB9FD9E009}"/>
          </ac:spMkLst>
        </pc:spChg>
        <pc:spChg chg="add">
          <ac:chgData name="alberto gonzalez martinez" userId="8484171de3c12e77" providerId="LiveId" clId="{B270EBE8-B81C-4A36-ABE1-FF2237A82172}" dt="2020-03-20T12:11:24.261" v="2134" actId="26606"/>
          <ac:spMkLst>
            <pc:docMk/>
            <pc:sldMk cId="2546709369" sldId="259"/>
            <ac:spMk id="11" creationId="{839DC788-B140-4F3E-A91E-CB3E70ED940A}"/>
          </ac:spMkLst>
        </pc:spChg>
        <pc:picChg chg="add mod">
          <ac:chgData name="alberto gonzalez martinez" userId="8484171de3c12e77" providerId="LiveId" clId="{B270EBE8-B81C-4A36-ABE1-FF2237A82172}" dt="2020-03-20T12:11:24.261" v="2134" actId="26606"/>
          <ac:picMkLst>
            <pc:docMk/>
            <pc:sldMk cId="2546709369" sldId="259"/>
            <ac:picMk id="4" creationId="{E9FE1C92-9EB5-4253-BFCC-A695BBD742A1}"/>
          </ac:picMkLst>
        </pc:picChg>
        <pc:cxnChg chg="add">
          <ac:chgData name="alberto gonzalez martinez" userId="8484171de3c12e77" providerId="LiveId" clId="{B270EBE8-B81C-4A36-ABE1-FF2237A82172}" dt="2020-03-20T12:11:24.261" v="2134" actId="26606"/>
          <ac:cxnSpMkLst>
            <pc:docMk/>
            <pc:sldMk cId="2546709369" sldId="259"/>
            <ac:cxnSpMk id="13" creationId="{FC18D930-0EEE-448F-ABF1-2AA3C83DA552}"/>
          </ac:cxnSpMkLst>
        </pc:cxnChg>
      </pc:sldChg>
      <pc:sldChg chg="addSp delSp modSp add mod setBg">
        <pc:chgData name="alberto gonzalez martinez" userId="8484171de3c12e77" providerId="LiveId" clId="{B270EBE8-B81C-4A36-ABE1-FF2237A82172}" dt="2020-03-20T12:20:10.956" v="2270" actId="1076"/>
        <pc:sldMkLst>
          <pc:docMk/>
          <pc:sldMk cId="1421294172" sldId="260"/>
        </pc:sldMkLst>
        <pc:spChg chg="mod">
          <ac:chgData name="alberto gonzalez martinez" userId="8484171de3c12e77" providerId="LiveId" clId="{B270EBE8-B81C-4A36-ABE1-FF2237A82172}" dt="2020-03-20T12:19:58.576" v="2266" actId="26606"/>
          <ac:spMkLst>
            <pc:docMk/>
            <pc:sldMk cId="1421294172" sldId="260"/>
            <ac:spMk id="2" creationId="{7E848566-AEB3-45FA-8190-FC8DAB6D8530}"/>
          </ac:spMkLst>
        </pc:spChg>
        <pc:spChg chg="del mod">
          <ac:chgData name="alberto gonzalez martinez" userId="8484171de3c12e77" providerId="LiveId" clId="{B270EBE8-B81C-4A36-ABE1-FF2237A82172}" dt="2020-03-20T12:19:10.835" v="2256"/>
          <ac:spMkLst>
            <pc:docMk/>
            <pc:sldMk cId="1421294172" sldId="260"/>
            <ac:spMk id="3" creationId="{D1865B58-6F9D-4155-B10A-8CF68EA8DD0C}"/>
          </ac:spMkLst>
        </pc:spChg>
        <pc:spChg chg="add">
          <ac:chgData name="alberto gonzalez martinez" userId="8484171de3c12e77" providerId="LiveId" clId="{B270EBE8-B81C-4A36-ABE1-FF2237A82172}" dt="2020-03-20T12:19:58.576" v="2266" actId="26606"/>
          <ac:spMkLst>
            <pc:docMk/>
            <pc:sldMk cId="1421294172" sldId="260"/>
            <ac:spMk id="10" creationId="{42A5316D-ED2F-4F89-B4B4-8D9240B1A348}"/>
          </ac:spMkLst>
        </pc:spChg>
        <pc:picChg chg="add mod">
          <ac:chgData name="alberto gonzalez martinez" userId="8484171de3c12e77" providerId="LiveId" clId="{B270EBE8-B81C-4A36-ABE1-FF2237A82172}" dt="2020-03-20T12:20:07.139" v="2268" actId="1076"/>
          <ac:picMkLst>
            <pc:docMk/>
            <pc:sldMk cId="1421294172" sldId="260"/>
            <ac:picMk id="4" creationId="{30B309A6-1B7C-4B30-93D4-5FEBB0CCF234}"/>
          </ac:picMkLst>
        </pc:picChg>
        <pc:picChg chg="add mod">
          <ac:chgData name="alberto gonzalez martinez" userId="8484171de3c12e77" providerId="LiveId" clId="{B270EBE8-B81C-4A36-ABE1-FF2237A82172}" dt="2020-03-20T12:20:10.956" v="2270" actId="1076"/>
          <ac:picMkLst>
            <pc:docMk/>
            <pc:sldMk cId="1421294172" sldId="260"/>
            <ac:picMk id="5" creationId="{4E070E62-1E2E-4221-9F36-415C6FD4452F}"/>
          </ac:picMkLst>
        </pc:picChg>
      </pc:sldChg>
      <pc:sldChg chg="addSp modSp add">
        <pc:chgData name="alberto gonzalez martinez" userId="8484171de3c12e77" providerId="LiveId" clId="{B270EBE8-B81C-4A36-ABE1-FF2237A82172}" dt="2020-03-20T12:28:40.041" v="2591" actId="20577"/>
        <pc:sldMkLst>
          <pc:docMk/>
          <pc:sldMk cId="4234600785" sldId="261"/>
        </pc:sldMkLst>
        <pc:spChg chg="mod">
          <ac:chgData name="alberto gonzalez martinez" userId="8484171de3c12e77" providerId="LiveId" clId="{B270EBE8-B81C-4A36-ABE1-FF2237A82172}" dt="2020-03-20T11:03:54.254" v="224" actId="20577"/>
          <ac:spMkLst>
            <pc:docMk/>
            <pc:sldMk cId="4234600785" sldId="261"/>
            <ac:spMk id="2" creationId="{086D8FBD-958D-47DD-B500-6B00124AA248}"/>
          </ac:spMkLst>
        </pc:spChg>
        <pc:spChg chg="mod">
          <ac:chgData name="alberto gonzalez martinez" userId="8484171de3c12e77" providerId="LiveId" clId="{B270EBE8-B81C-4A36-ABE1-FF2237A82172}" dt="2020-03-20T12:28:40.041" v="2591" actId="20577"/>
          <ac:spMkLst>
            <pc:docMk/>
            <pc:sldMk cId="4234600785" sldId="261"/>
            <ac:spMk id="3" creationId="{F700B335-862E-40CB-AE46-B601180DCF0A}"/>
          </ac:spMkLst>
        </pc:spChg>
        <pc:picChg chg="add mod">
          <ac:chgData name="alberto gonzalez martinez" userId="8484171de3c12e77" providerId="LiveId" clId="{B270EBE8-B81C-4A36-ABE1-FF2237A82172}" dt="2020-03-20T12:28:34.994" v="2590" actId="1076"/>
          <ac:picMkLst>
            <pc:docMk/>
            <pc:sldMk cId="4234600785" sldId="261"/>
            <ac:picMk id="4" creationId="{A324EB4C-8B0F-4EB5-BF95-AC7B49C3E4ED}"/>
          </ac:picMkLst>
        </pc:picChg>
      </pc:sldChg>
      <pc:sldChg chg="modSp add">
        <pc:chgData name="alberto gonzalez martinez" userId="8484171de3c12e77" providerId="LiveId" clId="{B270EBE8-B81C-4A36-ABE1-FF2237A82172}" dt="2020-03-20T12:34:31.785" v="2976" actId="20577"/>
        <pc:sldMkLst>
          <pc:docMk/>
          <pc:sldMk cId="2081897942" sldId="262"/>
        </pc:sldMkLst>
        <pc:spChg chg="mod">
          <ac:chgData name="alberto gonzalez martinez" userId="8484171de3c12e77" providerId="LiveId" clId="{B270EBE8-B81C-4A36-ABE1-FF2237A82172}" dt="2020-03-20T11:04:20.841" v="237" actId="20577"/>
          <ac:spMkLst>
            <pc:docMk/>
            <pc:sldMk cId="2081897942" sldId="262"/>
            <ac:spMk id="2" creationId="{FA7E2C53-DC17-4BDC-A60B-C519A54154AB}"/>
          </ac:spMkLst>
        </pc:spChg>
        <pc:spChg chg="mod">
          <ac:chgData name="alberto gonzalez martinez" userId="8484171de3c12e77" providerId="LiveId" clId="{B270EBE8-B81C-4A36-ABE1-FF2237A82172}" dt="2020-03-20T12:34:31.785" v="2976" actId="20577"/>
          <ac:spMkLst>
            <pc:docMk/>
            <pc:sldMk cId="2081897942" sldId="262"/>
            <ac:spMk id="3" creationId="{FE77DE57-05B4-4352-B826-CE5BAC98F97F}"/>
          </ac:spMkLst>
        </pc:spChg>
      </pc:sldChg>
      <pc:sldChg chg="addSp delSp modSp add">
        <pc:chgData name="alberto gonzalez martinez" userId="8484171de3c12e77" providerId="LiveId" clId="{B270EBE8-B81C-4A36-ABE1-FF2237A82172}" dt="2020-03-20T12:48:16.387" v="3340" actId="1076"/>
        <pc:sldMkLst>
          <pc:docMk/>
          <pc:sldMk cId="1627785807" sldId="263"/>
        </pc:sldMkLst>
        <pc:spChg chg="mod">
          <ac:chgData name="alberto gonzalez martinez" userId="8484171de3c12e77" providerId="LiveId" clId="{B270EBE8-B81C-4A36-ABE1-FF2237A82172}" dt="2020-03-20T11:04:33.083" v="248" actId="20577"/>
          <ac:spMkLst>
            <pc:docMk/>
            <pc:sldMk cId="1627785807" sldId="263"/>
            <ac:spMk id="2" creationId="{9A1A9901-8655-495C-AE7D-A40A0DE3C487}"/>
          </ac:spMkLst>
        </pc:spChg>
        <pc:spChg chg="del">
          <ac:chgData name="alberto gonzalez martinez" userId="8484171de3c12e77" providerId="LiveId" clId="{B270EBE8-B81C-4A36-ABE1-FF2237A82172}" dt="2020-03-20T12:47:31.085" v="3328"/>
          <ac:spMkLst>
            <pc:docMk/>
            <pc:sldMk cId="1627785807" sldId="263"/>
            <ac:spMk id="3" creationId="{E8C3E765-50F9-4513-9E70-B9064CD98004}"/>
          </ac:spMkLst>
        </pc:spChg>
        <pc:picChg chg="add del">
          <ac:chgData name="alberto gonzalez martinez" userId="8484171de3c12e77" providerId="LiveId" clId="{B270EBE8-B81C-4A36-ABE1-FF2237A82172}" dt="2020-03-20T12:47:28.924" v="3327" actId="478"/>
          <ac:picMkLst>
            <pc:docMk/>
            <pc:sldMk cId="1627785807" sldId="263"/>
            <ac:picMk id="4" creationId="{1D97C045-4113-43A2-B198-E33D2C9356E8}"/>
          </ac:picMkLst>
        </pc:picChg>
        <pc:picChg chg="add mod modCrop">
          <ac:chgData name="alberto gonzalez martinez" userId="8484171de3c12e77" providerId="LiveId" clId="{B270EBE8-B81C-4A36-ABE1-FF2237A82172}" dt="2020-03-20T12:48:16.387" v="3340" actId="1076"/>
          <ac:picMkLst>
            <pc:docMk/>
            <pc:sldMk cId="1627785807" sldId="263"/>
            <ac:picMk id="5" creationId="{A041A0A3-8E16-4C4E-8399-F623AFC03316}"/>
          </ac:picMkLst>
        </pc:picChg>
        <pc:picChg chg="add mod modCrop">
          <ac:chgData name="alberto gonzalez martinez" userId="8484171de3c12e77" providerId="LiveId" clId="{B270EBE8-B81C-4A36-ABE1-FF2237A82172}" dt="2020-03-20T12:48:16.387" v="3340" actId="1076"/>
          <ac:picMkLst>
            <pc:docMk/>
            <pc:sldMk cId="1627785807" sldId="263"/>
            <ac:picMk id="6" creationId="{5709DB2C-AE1A-4075-9E0C-F4E05CEF6DD6}"/>
          </ac:picMkLst>
        </pc:picChg>
      </pc:sldChg>
      <pc:sldChg chg="addSp modSp add">
        <pc:chgData name="alberto gonzalez martinez" userId="8484171de3c12e77" providerId="LiveId" clId="{B270EBE8-B81C-4A36-ABE1-FF2237A82172}" dt="2020-03-20T12:54:21.694" v="3675" actId="20577"/>
        <pc:sldMkLst>
          <pc:docMk/>
          <pc:sldMk cId="1717802653" sldId="264"/>
        </pc:sldMkLst>
        <pc:spChg chg="mod">
          <ac:chgData name="alberto gonzalez martinez" userId="8484171de3c12e77" providerId="LiveId" clId="{B270EBE8-B81C-4A36-ABE1-FF2237A82172}" dt="2020-03-20T11:05:00.861" v="282" actId="20577"/>
          <ac:spMkLst>
            <pc:docMk/>
            <pc:sldMk cId="1717802653" sldId="264"/>
            <ac:spMk id="2" creationId="{6C7238D8-1070-48DF-9613-BA86146CF9C4}"/>
          </ac:spMkLst>
        </pc:spChg>
        <pc:spChg chg="mod">
          <ac:chgData name="alberto gonzalez martinez" userId="8484171de3c12e77" providerId="LiveId" clId="{B270EBE8-B81C-4A36-ABE1-FF2237A82172}" dt="2020-03-20T12:54:21.694" v="3675" actId="20577"/>
          <ac:spMkLst>
            <pc:docMk/>
            <pc:sldMk cId="1717802653" sldId="264"/>
            <ac:spMk id="3" creationId="{56E12E67-AC40-468E-8DB5-A9EF91AECE0E}"/>
          </ac:spMkLst>
        </pc:spChg>
        <pc:picChg chg="add mod">
          <ac:chgData name="alberto gonzalez martinez" userId="8484171de3c12e77" providerId="LiveId" clId="{B270EBE8-B81C-4A36-ABE1-FF2237A82172}" dt="2020-03-20T12:54:02.387" v="3623" actId="1076"/>
          <ac:picMkLst>
            <pc:docMk/>
            <pc:sldMk cId="1717802653" sldId="264"/>
            <ac:picMk id="4" creationId="{BB6345E3-5721-4375-B3B0-C5D5590D8A31}"/>
          </ac:picMkLst>
        </pc:picChg>
      </pc:sldChg>
      <pc:sldChg chg="addSp delSp modSp add mod setBg">
        <pc:chgData name="alberto gonzalez martinez" userId="8484171de3c12e77" providerId="LiveId" clId="{B270EBE8-B81C-4A36-ABE1-FF2237A82172}" dt="2020-03-20T13:06:53.234" v="3878" actId="14100"/>
        <pc:sldMkLst>
          <pc:docMk/>
          <pc:sldMk cId="25723119" sldId="265"/>
        </pc:sldMkLst>
        <pc:spChg chg="mod">
          <ac:chgData name="alberto gonzalez martinez" userId="8484171de3c12e77" providerId="LiveId" clId="{B270EBE8-B81C-4A36-ABE1-FF2237A82172}" dt="2020-03-20T13:06:22.880" v="3859" actId="26606"/>
          <ac:spMkLst>
            <pc:docMk/>
            <pc:sldMk cId="25723119" sldId="265"/>
            <ac:spMk id="2" creationId="{25D8BC2C-0335-4A67-A9F3-8F7462EF870E}"/>
          </ac:spMkLst>
        </pc:spChg>
        <pc:spChg chg="del">
          <ac:chgData name="alberto gonzalez martinez" userId="8484171de3c12e77" providerId="LiveId" clId="{B270EBE8-B81C-4A36-ABE1-FF2237A82172}" dt="2020-03-20T13:05:26.374" v="3839"/>
          <ac:spMkLst>
            <pc:docMk/>
            <pc:sldMk cId="25723119" sldId="265"/>
            <ac:spMk id="3" creationId="{1CD07E7E-2461-4906-BA06-85BE5EB79551}"/>
          </ac:spMkLst>
        </pc:spChg>
        <pc:spChg chg="add">
          <ac:chgData name="alberto gonzalez martinez" userId="8484171de3c12e77" providerId="LiveId" clId="{B270EBE8-B81C-4A36-ABE1-FF2237A82172}" dt="2020-03-20T13:06:22.880" v="3859" actId="26606"/>
          <ac:spMkLst>
            <pc:docMk/>
            <pc:sldMk cId="25723119" sldId="265"/>
            <ac:spMk id="10" creationId="{70BDD0CE-06A4-404B-8A13-580229C1C923}"/>
          </ac:spMkLst>
        </pc:spChg>
        <pc:spChg chg="add">
          <ac:chgData name="alberto gonzalez martinez" userId="8484171de3c12e77" providerId="LiveId" clId="{B270EBE8-B81C-4A36-ABE1-FF2237A82172}" dt="2020-03-20T13:06:22.880" v="3859" actId="26606"/>
          <ac:spMkLst>
            <pc:docMk/>
            <pc:sldMk cId="25723119" sldId="265"/>
            <ac:spMk id="12" creationId="{EE9899FA-8881-472C-AA59-D08A89CA8AEF}"/>
          </ac:spMkLst>
        </pc:spChg>
        <pc:spChg chg="add">
          <ac:chgData name="alberto gonzalez martinez" userId="8484171de3c12e77" providerId="LiveId" clId="{B270EBE8-B81C-4A36-ABE1-FF2237A82172}" dt="2020-03-20T13:06:22.880" v="3859" actId="26606"/>
          <ac:spMkLst>
            <pc:docMk/>
            <pc:sldMk cId="25723119" sldId="265"/>
            <ac:spMk id="14" creationId="{080B7D90-3DF1-4514-B26D-616BE35553C9}"/>
          </ac:spMkLst>
        </pc:spChg>
        <pc:picChg chg="add mod modCrop">
          <ac:chgData name="alberto gonzalez martinez" userId="8484171de3c12e77" providerId="LiveId" clId="{B270EBE8-B81C-4A36-ABE1-FF2237A82172}" dt="2020-03-20T13:06:53.234" v="3878" actId="14100"/>
          <ac:picMkLst>
            <pc:docMk/>
            <pc:sldMk cId="25723119" sldId="265"/>
            <ac:picMk id="4" creationId="{09DC2472-B169-4563-9146-95DA67616C2A}"/>
          </ac:picMkLst>
        </pc:picChg>
        <pc:picChg chg="add mod modCrop">
          <ac:chgData name="alberto gonzalez martinez" userId="8484171de3c12e77" providerId="LiveId" clId="{B270EBE8-B81C-4A36-ABE1-FF2237A82172}" dt="2020-03-20T13:06:52.638" v="3877" actId="14100"/>
          <ac:picMkLst>
            <pc:docMk/>
            <pc:sldMk cId="25723119" sldId="265"/>
            <ac:picMk id="5" creationId="{6FDF3300-0373-41BC-AB73-BB5EBACE07C0}"/>
          </ac:picMkLst>
        </pc:picChg>
      </pc:sldChg>
      <pc:sldChg chg="addSp delSp modSp add mod setBg setClrOvrMap">
        <pc:chgData name="alberto gonzalez martinez" userId="8484171de3c12e77" providerId="LiveId" clId="{B270EBE8-B81C-4A36-ABE1-FF2237A82172}" dt="2020-03-20T13:13:27.333" v="4054" actId="26606"/>
        <pc:sldMkLst>
          <pc:docMk/>
          <pc:sldMk cId="3102355191" sldId="266"/>
        </pc:sldMkLst>
        <pc:spChg chg="mod">
          <ac:chgData name="alberto gonzalez martinez" userId="8484171de3c12e77" providerId="LiveId" clId="{B270EBE8-B81C-4A36-ABE1-FF2237A82172}" dt="2020-03-20T13:13:27.333" v="4054" actId="26606"/>
          <ac:spMkLst>
            <pc:docMk/>
            <pc:sldMk cId="3102355191" sldId="266"/>
            <ac:spMk id="2" creationId="{0141EDB8-E6F2-4330-A4D4-6BE8C4F8691D}"/>
          </ac:spMkLst>
        </pc:spChg>
        <pc:spChg chg="mod">
          <ac:chgData name="alberto gonzalez martinez" userId="8484171de3c12e77" providerId="LiveId" clId="{B270EBE8-B81C-4A36-ABE1-FF2237A82172}" dt="2020-03-20T13:13:27.333" v="4054" actId="26606"/>
          <ac:spMkLst>
            <pc:docMk/>
            <pc:sldMk cId="3102355191" sldId="266"/>
            <ac:spMk id="3" creationId="{8C85BBDF-A1B3-4505-977E-BCE8EDC3C93D}"/>
          </ac:spMkLst>
        </pc:spChg>
        <pc:spChg chg="add del">
          <ac:chgData name="alberto gonzalez martinez" userId="8484171de3c12e77" providerId="LiveId" clId="{B270EBE8-B81C-4A36-ABE1-FF2237A82172}" dt="2020-03-20T13:13:27.326" v="4053" actId="26606"/>
          <ac:spMkLst>
            <pc:docMk/>
            <pc:sldMk cId="3102355191" sldId="266"/>
            <ac:spMk id="9" creationId="{867D4867-5BA7-4462-B2F6-A23F4A622AA7}"/>
          </ac:spMkLst>
        </pc:spChg>
        <pc:spChg chg="add">
          <ac:chgData name="alberto gonzalez martinez" userId="8484171de3c12e77" providerId="LiveId" clId="{B270EBE8-B81C-4A36-ABE1-FF2237A82172}" dt="2020-03-20T13:13:27.333" v="4054" actId="26606"/>
          <ac:spMkLst>
            <pc:docMk/>
            <pc:sldMk cId="3102355191" sldId="266"/>
            <ac:spMk id="11" creationId="{839DC788-B140-4F3E-A91E-CB3E70ED940A}"/>
          </ac:spMkLst>
        </pc:spChg>
        <pc:spChg chg="add">
          <ac:chgData name="alberto gonzalez martinez" userId="8484171de3c12e77" providerId="LiveId" clId="{B270EBE8-B81C-4A36-ABE1-FF2237A82172}" dt="2020-03-20T13:13:27.333" v="4054" actId="26606"/>
          <ac:spMkLst>
            <pc:docMk/>
            <pc:sldMk cId="3102355191" sldId="266"/>
            <ac:spMk id="12" creationId="{3BAF1561-20C4-41FD-A35F-BF2B9E727F3E}"/>
          </ac:spMkLst>
        </pc:spChg>
        <pc:picChg chg="add mod">
          <ac:chgData name="alberto gonzalez martinez" userId="8484171de3c12e77" providerId="LiveId" clId="{B270EBE8-B81C-4A36-ABE1-FF2237A82172}" dt="2020-03-20T13:13:27.333" v="4054" actId="26606"/>
          <ac:picMkLst>
            <pc:docMk/>
            <pc:sldMk cId="3102355191" sldId="266"/>
            <ac:picMk id="4" creationId="{4124CE87-CF19-410E-A4D4-38D785059662}"/>
          </ac:picMkLst>
        </pc:picChg>
        <pc:cxnChg chg="add">
          <ac:chgData name="alberto gonzalez martinez" userId="8484171de3c12e77" providerId="LiveId" clId="{B270EBE8-B81C-4A36-ABE1-FF2237A82172}" dt="2020-03-20T13:13:27.333" v="4054" actId="26606"/>
          <ac:cxnSpMkLst>
            <pc:docMk/>
            <pc:sldMk cId="3102355191" sldId="266"/>
            <ac:cxnSpMk id="13" creationId="{FC18D930-0EEE-448F-ABF1-2AA3C83DA552}"/>
          </ac:cxnSpMkLst>
        </pc:cxnChg>
      </pc:sldChg>
      <pc:sldChg chg="addSp delSp modSp add mod setBg">
        <pc:chgData name="alberto gonzalez martinez" userId="8484171de3c12e77" providerId="LiveId" clId="{B270EBE8-B81C-4A36-ABE1-FF2237A82172}" dt="2020-03-20T13:17:50.774" v="4171" actId="26606"/>
        <pc:sldMkLst>
          <pc:docMk/>
          <pc:sldMk cId="745194526" sldId="267"/>
        </pc:sldMkLst>
        <pc:spChg chg="mod">
          <ac:chgData name="alberto gonzalez martinez" userId="8484171de3c12e77" providerId="LiveId" clId="{B270EBE8-B81C-4A36-ABE1-FF2237A82172}" dt="2020-03-20T13:17:50.774" v="4171" actId="26606"/>
          <ac:spMkLst>
            <pc:docMk/>
            <pc:sldMk cId="745194526" sldId="267"/>
            <ac:spMk id="2" creationId="{DAE03C78-94CB-440B-8E3E-11988EAE9CB1}"/>
          </ac:spMkLst>
        </pc:spChg>
        <pc:spChg chg="mod ord">
          <ac:chgData name="alberto gonzalez martinez" userId="8484171de3c12e77" providerId="LiveId" clId="{B270EBE8-B81C-4A36-ABE1-FF2237A82172}" dt="2020-03-20T13:17:50.774" v="4171" actId="26606"/>
          <ac:spMkLst>
            <pc:docMk/>
            <pc:sldMk cId="745194526" sldId="267"/>
            <ac:spMk id="3" creationId="{9D53F967-1D65-4372-A740-78C323F561CA}"/>
          </ac:spMkLst>
        </pc:spChg>
        <pc:spChg chg="add del">
          <ac:chgData name="alberto gonzalez martinez" userId="8484171de3c12e77" providerId="LiveId" clId="{B270EBE8-B81C-4A36-ABE1-FF2237A82172}" dt="2020-03-20T13:17:50.774" v="4171" actId="26606"/>
          <ac:spMkLst>
            <pc:docMk/>
            <pc:sldMk cId="745194526" sldId="267"/>
            <ac:spMk id="10" creationId="{99899462-FC16-43B0-966B-FCA263450716}"/>
          </ac:spMkLst>
        </pc:spChg>
        <pc:picChg chg="add mod modCrop">
          <ac:chgData name="alberto gonzalez martinez" userId="8484171de3c12e77" providerId="LiveId" clId="{B270EBE8-B81C-4A36-ABE1-FF2237A82172}" dt="2020-03-20T13:17:50.774" v="4171" actId="26606"/>
          <ac:picMkLst>
            <pc:docMk/>
            <pc:sldMk cId="745194526" sldId="267"/>
            <ac:picMk id="4" creationId="{0872EAAC-F150-490A-866A-4918F241B840}"/>
          </ac:picMkLst>
        </pc:picChg>
        <pc:picChg chg="add mod modCrop">
          <ac:chgData name="alberto gonzalez martinez" userId="8484171de3c12e77" providerId="LiveId" clId="{B270EBE8-B81C-4A36-ABE1-FF2237A82172}" dt="2020-03-20T13:17:50.774" v="4171" actId="26606"/>
          <ac:picMkLst>
            <pc:docMk/>
            <pc:sldMk cId="745194526" sldId="267"/>
            <ac:picMk id="5" creationId="{A05EC648-9E64-448D-8905-7E62F9FE2C5A}"/>
          </ac:picMkLst>
        </pc:picChg>
        <pc:cxnChg chg="add del">
          <ac:chgData name="alberto gonzalez martinez" userId="8484171de3c12e77" providerId="LiveId" clId="{B270EBE8-B81C-4A36-ABE1-FF2237A82172}" dt="2020-03-20T13:17:50.774" v="4171" actId="26606"/>
          <ac:cxnSpMkLst>
            <pc:docMk/>
            <pc:sldMk cId="745194526" sldId="267"/>
            <ac:cxnSpMk id="12" creationId="{AAFEA932-2DF1-410C-A00A-7A1E7DBF7511}"/>
          </ac:cxnSpMkLst>
        </pc:cxnChg>
      </pc:sldChg>
      <pc:sldChg chg="addSp modSp add mod setBg">
        <pc:chgData name="alberto gonzalez martinez" userId="8484171de3c12e77" providerId="LiveId" clId="{B270EBE8-B81C-4A36-ABE1-FF2237A82172}" dt="2020-03-20T13:23:45.074" v="4186" actId="14100"/>
        <pc:sldMkLst>
          <pc:docMk/>
          <pc:sldMk cId="2599972931" sldId="268"/>
        </pc:sldMkLst>
        <pc:spChg chg="mod">
          <ac:chgData name="alberto gonzalez martinez" userId="8484171de3c12e77" providerId="LiveId" clId="{B270EBE8-B81C-4A36-ABE1-FF2237A82172}" dt="2020-03-20T13:23:41.735" v="4185" actId="26606"/>
          <ac:spMkLst>
            <pc:docMk/>
            <pc:sldMk cId="2599972931" sldId="268"/>
            <ac:spMk id="2" creationId="{9CFD7869-192A-4EB6-9100-AA63E9845984}"/>
          </ac:spMkLst>
        </pc:spChg>
        <pc:spChg chg="mod">
          <ac:chgData name="alberto gonzalez martinez" userId="8484171de3c12e77" providerId="LiveId" clId="{B270EBE8-B81C-4A36-ABE1-FF2237A82172}" dt="2020-03-20T13:23:41.735" v="4185" actId="26606"/>
          <ac:spMkLst>
            <pc:docMk/>
            <pc:sldMk cId="2599972931" sldId="268"/>
            <ac:spMk id="3" creationId="{DAAB224F-F632-400D-8F0F-77D4C65C3809}"/>
          </ac:spMkLst>
        </pc:spChg>
        <pc:spChg chg="add">
          <ac:chgData name="alberto gonzalez martinez" userId="8484171de3c12e77" providerId="LiveId" clId="{B270EBE8-B81C-4A36-ABE1-FF2237A82172}" dt="2020-03-20T13:23:41.735" v="4185" actId="26606"/>
          <ac:spMkLst>
            <pc:docMk/>
            <pc:sldMk cId="2599972931" sldId="268"/>
            <ac:spMk id="9" creationId="{3BAF1561-20C4-41FD-A35F-BF2B9E727F3E}"/>
          </ac:spMkLst>
        </pc:spChg>
        <pc:spChg chg="add">
          <ac:chgData name="alberto gonzalez martinez" userId="8484171de3c12e77" providerId="LiveId" clId="{B270EBE8-B81C-4A36-ABE1-FF2237A82172}" dt="2020-03-20T13:23:41.735" v="4185" actId="26606"/>
          <ac:spMkLst>
            <pc:docMk/>
            <pc:sldMk cId="2599972931" sldId="268"/>
            <ac:spMk id="11" creationId="{839DC788-B140-4F3E-A91E-CB3E70ED940A}"/>
          </ac:spMkLst>
        </pc:spChg>
        <pc:picChg chg="add mod">
          <ac:chgData name="alberto gonzalez martinez" userId="8484171de3c12e77" providerId="LiveId" clId="{B270EBE8-B81C-4A36-ABE1-FF2237A82172}" dt="2020-03-20T13:23:45.074" v="4186" actId="14100"/>
          <ac:picMkLst>
            <pc:docMk/>
            <pc:sldMk cId="2599972931" sldId="268"/>
            <ac:picMk id="4" creationId="{448FADDC-50C3-4653-9739-AA572A3BCD4A}"/>
          </ac:picMkLst>
        </pc:picChg>
        <pc:cxnChg chg="add">
          <ac:chgData name="alberto gonzalez martinez" userId="8484171de3c12e77" providerId="LiveId" clId="{B270EBE8-B81C-4A36-ABE1-FF2237A82172}" dt="2020-03-20T13:23:41.735" v="4185" actId="26606"/>
          <ac:cxnSpMkLst>
            <pc:docMk/>
            <pc:sldMk cId="2599972931" sldId="268"/>
            <ac:cxnSpMk id="13" creationId="{FC18D930-0EEE-448F-ABF1-2AA3C83DA552}"/>
          </ac:cxnSpMkLst>
        </pc:cxnChg>
      </pc:sldChg>
      <pc:sldChg chg="modSp add">
        <pc:chgData name="alberto gonzalez martinez" userId="8484171de3c12e77" providerId="LiveId" clId="{B270EBE8-B81C-4A36-ABE1-FF2237A82172}" dt="2020-03-20T11:06:00.793" v="368" actId="20577"/>
        <pc:sldMkLst>
          <pc:docMk/>
          <pc:sldMk cId="2289764567" sldId="269"/>
        </pc:sldMkLst>
        <pc:spChg chg="mod">
          <ac:chgData name="alberto gonzalez martinez" userId="8484171de3c12e77" providerId="LiveId" clId="{B270EBE8-B81C-4A36-ABE1-FF2237A82172}" dt="2020-03-20T11:06:00.793" v="368" actId="20577"/>
          <ac:spMkLst>
            <pc:docMk/>
            <pc:sldMk cId="2289764567" sldId="269"/>
            <ac:spMk id="2" creationId="{EAD14870-6426-4A74-84DD-8B620913A302}"/>
          </ac:spMkLst>
        </pc:spChg>
      </pc:sldChg>
      <pc:sldChg chg="add del">
        <pc:chgData name="alberto gonzalez martinez" userId="8484171de3c12e77" providerId="LiveId" clId="{B270EBE8-B81C-4A36-ABE1-FF2237A82172}" dt="2020-03-20T11:06:25.190" v="381" actId="2696"/>
        <pc:sldMkLst>
          <pc:docMk/>
          <pc:sldMk cId="169890796" sldId="270"/>
        </pc:sldMkLst>
      </pc:sldChg>
      <pc:sldChg chg="modSp add">
        <pc:chgData name="alberto gonzalez martinez" userId="8484171de3c12e77" providerId="LiveId" clId="{B270EBE8-B81C-4A36-ABE1-FF2237A82172}" dt="2020-03-20T11:06:21.823" v="380" actId="1076"/>
        <pc:sldMkLst>
          <pc:docMk/>
          <pc:sldMk cId="4123989691" sldId="271"/>
        </pc:sldMkLst>
        <pc:spChg chg="mod">
          <ac:chgData name="alberto gonzalez martinez" userId="8484171de3c12e77" providerId="LiveId" clId="{B270EBE8-B81C-4A36-ABE1-FF2237A82172}" dt="2020-03-20T11:06:21.823" v="380" actId="1076"/>
          <ac:spMkLst>
            <pc:docMk/>
            <pc:sldMk cId="4123989691" sldId="271"/>
            <ac:spMk id="2" creationId="{2C425083-D236-434A-904C-EFDCDFFDD98F}"/>
          </ac:spMkLst>
        </pc:spChg>
      </pc:sldChg>
      <pc:sldChg chg="modSp add">
        <pc:chgData name="alberto gonzalez martinez" userId="8484171de3c12e77" providerId="LiveId" clId="{B270EBE8-B81C-4A36-ABE1-FF2237A82172}" dt="2020-03-20T11:16:46.898" v="957" actId="20577"/>
        <pc:sldMkLst>
          <pc:docMk/>
          <pc:sldMk cId="2663051014" sldId="272"/>
        </pc:sldMkLst>
        <pc:spChg chg="mod">
          <ac:chgData name="alberto gonzalez martinez" userId="8484171de3c12e77" providerId="LiveId" clId="{B270EBE8-B81C-4A36-ABE1-FF2237A82172}" dt="2020-03-20T11:13:13.652" v="663" actId="20577"/>
          <ac:spMkLst>
            <pc:docMk/>
            <pc:sldMk cId="2663051014" sldId="272"/>
            <ac:spMk id="2" creationId="{75E8FC56-EE3D-4101-9564-4E7B4D945C0B}"/>
          </ac:spMkLst>
        </pc:spChg>
        <pc:spChg chg="mod">
          <ac:chgData name="alberto gonzalez martinez" userId="8484171de3c12e77" providerId="LiveId" clId="{B270EBE8-B81C-4A36-ABE1-FF2237A82172}" dt="2020-03-20T11:16:46.898" v="957" actId="20577"/>
          <ac:spMkLst>
            <pc:docMk/>
            <pc:sldMk cId="2663051014" sldId="272"/>
            <ac:spMk id="3" creationId="{A2E3D38A-D9AA-4C3C-8DBB-81039E1EEF77}"/>
          </ac:spMkLst>
        </pc:spChg>
      </pc:sldChg>
      <pc:sldChg chg="modSp add">
        <pc:chgData name="alberto gonzalez martinez" userId="8484171de3c12e77" providerId="LiveId" clId="{B270EBE8-B81C-4A36-ABE1-FF2237A82172}" dt="2020-03-20T11:26:49.467" v="1500" actId="179"/>
        <pc:sldMkLst>
          <pc:docMk/>
          <pc:sldMk cId="84981287" sldId="273"/>
        </pc:sldMkLst>
        <pc:spChg chg="mod">
          <ac:chgData name="alberto gonzalez martinez" userId="8484171de3c12e77" providerId="LiveId" clId="{B270EBE8-B81C-4A36-ABE1-FF2237A82172}" dt="2020-03-20T11:13:21.414" v="688" actId="20577"/>
          <ac:spMkLst>
            <pc:docMk/>
            <pc:sldMk cId="84981287" sldId="273"/>
            <ac:spMk id="2" creationId="{84F3C1AE-1EBD-4DF5-A7E0-80B7982475C3}"/>
          </ac:spMkLst>
        </pc:spChg>
        <pc:spChg chg="mod">
          <ac:chgData name="alberto gonzalez martinez" userId="8484171de3c12e77" providerId="LiveId" clId="{B270EBE8-B81C-4A36-ABE1-FF2237A82172}" dt="2020-03-20T11:26:49.467" v="1500" actId="179"/>
          <ac:spMkLst>
            <pc:docMk/>
            <pc:sldMk cId="84981287" sldId="273"/>
            <ac:spMk id="3" creationId="{B99ECCD0-A258-4106-A2ED-92F68746B92C}"/>
          </ac:spMkLst>
        </pc:spChg>
      </pc:sldChg>
      <pc:sldChg chg="add del">
        <pc:chgData name="alberto gonzalez martinez" userId="8484171de3c12e77" providerId="LiveId" clId="{B270EBE8-B81C-4A36-ABE1-FF2237A82172}" dt="2020-03-20T11:27:13.115" v="1501" actId="2696"/>
        <pc:sldMkLst>
          <pc:docMk/>
          <pc:sldMk cId="1584738121" sldId="274"/>
        </pc:sldMkLst>
      </pc:sldChg>
      <pc:sldChg chg="addSp delSp modSp add">
        <pc:chgData name="alberto gonzalez martinez" userId="8484171de3c12e77" providerId="LiveId" clId="{B270EBE8-B81C-4A36-ABE1-FF2237A82172}" dt="2020-03-20T11:56:39.770" v="1820" actId="115"/>
        <pc:sldMkLst>
          <pc:docMk/>
          <pc:sldMk cId="3822281059" sldId="275"/>
        </pc:sldMkLst>
        <pc:spChg chg="del">
          <ac:chgData name="alberto gonzalez martinez" userId="8484171de3c12e77" providerId="LiveId" clId="{B270EBE8-B81C-4A36-ABE1-FF2237A82172}" dt="2020-03-20T11:26:06.745" v="1497"/>
          <ac:spMkLst>
            <pc:docMk/>
            <pc:sldMk cId="3822281059" sldId="275"/>
            <ac:spMk id="2" creationId="{CC8DC7EC-73F0-4321-8F15-A87F6B985D5D}"/>
          </ac:spMkLst>
        </pc:spChg>
        <pc:spChg chg="del">
          <ac:chgData name="alberto gonzalez martinez" userId="8484171de3c12e77" providerId="LiveId" clId="{B270EBE8-B81C-4A36-ABE1-FF2237A82172}" dt="2020-03-20T11:26:06.745" v="1497"/>
          <ac:spMkLst>
            <pc:docMk/>
            <pc:sldMk cId="3822281059" sldId="275"/>
            <ac:spMk id="3" creationId="{440F97E4-A1DF-4029-98B9-66064C412E4B}"/>
          </ac:spMkLst>
        </pc:spChg>
        <pc:spChg chg="add del mod">
          <ac:chgData name="alberto gonzalez martinez" userId="8484171de3c12e77" providerId="LiveId" clId="{B270EBE8-B81C-4A36-ABE1-FF2237A82172}" dt="2020-03-20T11:28:25.350" v="1519" actId="478"/>
          <ac:spMkLst>
            <pc:docMk/>
            <pc:sldMk cId="3822281059" sldId="275"/>
            <ac:spMk id="4" creationId="{31F1E376-7189-4D75-B4AD-72B980121F39}"/>
          </ac:spMkLst>
        </pc:spChg>
        <pc:spChg chg="add del mod">
          <ac:chgData name="alberto gonzalez martinez" userId="8484171de3c12e77" providerId="LiveId" clId="{B270EBE8-B81C-4A36-ABE1-FF2237A82172}" dt="2020-03-20T11:27:25.070" v="1505"/>
          <ac:spMkLst>
            <pc:docMk/>
            <pc:sldMk cId="3822281059" sldId="275"/>
            <ac:spMk id="5" creationId="{8DB850A2-1ED3-4FB4-AC41-A6E315FF6C1D}"/>
          </ac:spMkLst>
        </pc:spChg>
        <pc:spChg chg="add mod">
          <ac:chgData name="alberto gonzalez martinez" userId="8484171de3c12e77" providerId="LiveId" clId="{B270EBE8-B81C-4A36-ABE1-FF2237A82172}" dt="2020-03-20T11:56:39.770" v="1820" actId="115"/>
          <ac:spMkLst>
            <pc:docMk/>
            <pc:sldMk cId="3822281059" sldId="275"/>
            <ac:spMk id="6" creationId="{C2E445B3-A95E-49F5-B671-2D6CB6F013CD}"/>
          </ac:spMkLst>
        </pc:spChg>
        <pc:spChg chg="add del mod">
          <ac:chgData name="alberto gonzalez martinez" userId="8484171de3c12e77" providerId="LiveId" clId="{B270EBE8-B81C-4A36-ABE1-FF2237A82172}" dt="2020-03-20T11:28:42.842" v="1524"/>
          <ac:spMkLst>
            <pc:docMk/>
            <pc:sldMk cId="3822281059" sldId="275"/>
            <ac:spMk id="7" creationId="{2E9FBB5F-7FA4-4213-B8F0-C4FEFBB66C3D}"/>
          </ac:spMkLst>
        </pc:spChg>
        <pc:spChg chg="add del">
          <ac:chgData name="alberto gonzalez martinez" userId="8484171de3c12e77" providerId="LiveId" clId="{B270EBE8-B81C-4A36-ABE1-FF2237A82172}" dt="2020-03-20T11:28:36.981" v="1523" actId="478"/>
          <ac:spMkLst>
            <pc:docMk/>
            <pc:sldMk cId="3822281059" sldId="275"/>
            <ac:spMk id="8" creationId="{779FA112-808F-4D37-8EAA-CA748C862FAF}"/>
          </ac:spMkLst>
        </pc:spChg>
        <pc:spChg chg="add mod">
          <ac:chgData name="alberto gonzalez martinez" userId="8484171de3c12e77" providerId="LiveId" clId="{B270EBE8-B81C-4A36-ABE1-FF2237A82172}" dt="2020-03-20T11:56:32.091" v="1819" actId="115"/>
          <ac:spMkLst>
            <pc:docMk/>
            <pc:sldMk cId="3822281059" sldId="275"/>
            <ac:spMk id="9" creationId="{2D3D1596-361C-4C6B-A33B-DF77B180C9D8}"/>
          </ac:spMkLst>
        </pc:spChg>
        <pc:spChg chg="add mod">
          <ac:chgData name="alberto gonzalez martinez" userId="8484171de3c12e77" providerId="LiveId" clId="{B270EBE8-B81C-4A36-ABE1-FF2237A82172}" dt="2020-03-20T11:56:31.200" v="1818" actId="115"/>
          <ac:spMkLst>
            <pc:docMk/>
            <pc:sldMk cId="3822281059" sldId="275"/>
            <ac:spMk id="10" creationId="{AA40F950-EEE5-4A54-AEDF-4B457FBFB0B7}"/>
          </ac:spMkLst>
        </pc:spChg>
        <pc:spChg chg="add mod">
          <ac:chgData name="alberto gonzalez martinez" userId="8484171de3c12e77" providerId="LiveId" clId="{B270EBE8-B81C-4A36-ABE1-FF2237A82172}" dt="2020-03-20T11:56:29.519" v="1817" actId="115"/>
          <ac:spMkLst>
            <pc:docMk/>
            <pc:sldMk cId="3822281059" sldId="275"/>
            <ac:spMk id="11" creationId="{F732E010-A615-4A50-A5F3-381C8DFEA532}"/>
          </ac:spMkLst>
        </pc:spChg>
        <pc:spChg chg="add del mod">
          <ac:chgData name="alberto gonzalez martinez" userId="8484171de3c12e77" providerId="LiveId" clId="{B270EBE8-B81C-4A36-ABE1-FF2237A82172}" dt="2020-03-20T11:37:52.257" v="1671" actId="478"/>
          <ac:spMkLst>
            <pc:docMk/>
            <pc:sldMk cId="3822281059" sldId="275"/>
            <ac:spMk id="12" creationId="{ACCF4CD4-6D8E-4CDB-B01E-3A5E3C1CEB48}"/>
          </ac:spMkLst>
        </pc:spChg>
      </pc:sldChg>
      <pc:sldChg chg="addSp delSp modSp add">
        <pc:chgData name="alberto gonzalez martinez" userId="8484171de3c12e77" providerId="LiveId" clId="{B270EBE8-B81C-4A36-ABE1-FF2237A82172}" dt="2020-03-20T12:01:06.014" v="1831" actId="179"/>
        <pc:sldMkLst>
          <pc:docMk/>
          <pc:sldMk cId="4281778146" sldId="276"/>
        </pc:sldMkLst>
        <pc:spChg chg="del">
          <ac:chgData name="alberto gonzalez martinez" userId="8484171de3c12e77" providerId="LiveId" clId="{B270EBE8-B81C-4A36-ABE1-FF2237A82172}" dt="2020-03-20T11:35:49.903" v="1657" actId="478"/>
          <ac:spMkLst>
            <pc:docMk/>
            <pc:sldMk cId="4281778146" sldId="276"/>
            <ac:spMk id="2" creationId="{E6C6C348-C66B-4715-BD59-65D3F67CE1AA}"/>
          </ac:spMkLst>
        </pc:spChg>
        <pc:spChg chg="add mod">
          <ac:chgData name="alberto gonzalez martinez" userId="8484171de3c12e77" providerId="LiveId" clId="{B270EBE8-B81C-4A36-ABE1-FF2237A82172}" dt="2020-03-20T12:01:06.014" v="1831" actId="179"/>
          <ac:spMkLst>
            <pc:docMk/>
            <pc:sldMk cId="4281778146" sldId="276"/>
            <ac:spMk id="3" creationId="{67BCB794-41AD-4C7C-A995-1FCFC145ED7A}"/>
          </ac:spMkLst>
        </pc:spChg>
        <pc:spChg chg="add mod">
          <ac:chgData name="alberto gonzalez martinez" userId="8484171de3c12e77" providerId="LiveId" clId="{B270EBE8-B81C-4A36-ABE1-FF2237A82172}" dt="2020-03-20T11:58:55.062" v="1827" actId="12"/>
          <ac:spMkLst>
            <pc:docMk/>
            <pc:sldMk cId="4281778146" sldId="276"/>
            <ac:spMk id="4" creationId="{FA9DDC73-1C84-461F-9CF4-45E4EE168ED1}"/>
          </ac:spMkLst>
        </pc:spChg>
        <pc:spChg chg="add mod">
          <ac:chgData name="alberto gonzalez martinez" userId="8484171de3c12e77" providerId="LiveId" clId="{B270EBE8-B81C-4A36-ABE1-FF2237A82172}" dt="2020-03-20T11:58:58.181" v="1828" actId="12"/>
          <ac:spMkLst>
            <pc:docMk/>
            <pc:sldMk cId="4281778146" sldId="276"/>
            <ac:spMk id="5" creationId="{36EB6BC5-97F5-4CC4-853E-9C2990CF8456}"/>
          </ac:spMkLst>
        </pc:spChg>
        <pc:spChg chg="add del mod">
          <ac:chgData name="alberto gonzalez martinez" userId="8484171de3c12e77" providerId="LiveId" clId="{B270EBE8-B81C-4A36-ABE1-FF2237A82172}" dt="2020-03-20T11:53:28.628" v="1757" actId="478"/>
          <ac:spMkLst>
            <pc:docMk/>
            <pc:sldMk cId="4281778146" sldId="276"/>
            <ac:spMk id="6" creationId="{530DDFEB-CCDD-4AC2-9763-593A87A86507}"/>
          </ac:spMkLst>
        </pc:spChg>
        <pc:spChg chg="add mod">
          <ac:chgData name="alberto gonzalez martinez" userId="8484171de3c12e77" providerId="LiveId" clId="{B270EBE8-B81C-4A36-ABE1-FF2237A82172}" dt="2020-03-20T11:58:43.598" v="1823" actId="12"/>
          <ac:spMkLst>
            <pc:docMk/>
            <pc:sldMk cId="4281778146" sldId="276"/>
            <ac:spMk id="7" creationId="{53772A63-022E-400E-825C-327BF009123C}"/>
          </ac:spMkLst>
        </pc:spChg>
      </pc:sldChg>
      <pc:sldChg chg="addSp delSp modSp add mod setBg setClrOvrMap">
        <pc:chgData name="alberto gonzalez martinez" userId="8484171de3c12e77" providerId="LiveId" clId="{B270EBE8-B81C-4A36-ABE1-FF2237A82172}" dt="2020-03-20T12:07:54.763" v="2021" actId="26606"/>
        <pc:sldMkLst>
          <pc:docMk/>
          <pc:sldMk cId="3359206712" sldId="277"/>
        </pc:sldMkLst>
        <pc:spChg chg="mod">
          <ac:chgData name="alberto gonzalez martinez" userId="8484171de3c12e77" providerId="LiveId" clId="{B270EBE8-B81C-4A36-ABE1-FF2237A82172}" dt="2020-03-20T12:07:54.763" v="2021" actId="26606"/>
          <ac:spMkLst>
            <pc:docMk/>
            <pc:sldMk cId="3359206712" sldId="277"/>
            <ac:spMk id="2" creationId="{9BB5CFA7-A752-4812-8C4E-3CC0606AC1CC}"/>
          </ac:spMkLst>
        </pc:spChg>
        <pc:spChg chg="mod">
          <ac:chgData name="alberto gonzalez martinez" userId="8484171de3c12e77" providerId="LiveId" clId="{B270EBE8-B81C-4A36-ABE1-FF2237A82172}" dt="2020-03-20T12:07:54.763" v="2021" actId="26606"/>
          <ac:spMkLst>
            <pc:docMk/>
            <pc:sldMk cId="3359206712" sldId="277"/>
            <ac:spMk id="3" creationId="{57E226FF-A458-4AF0-B975-763164025F77}"/>
          </ac:spMkLst>
        </pc:spChg>
        <pc:spChg chg="add del">
          <ac:chgData name="alberto gonzalez martinez" userId="8484171de3c12e77" providerId="LiveId" clId="{B270EBE8-B81C-4A36-ABE1-FF2237A82172}" dt="2020-03-20T12:07:54.763" v="2021" actId="26606"/>
          <ac:spMkLst>
            <pc:docMk/>
            <pc:sldMk cId="3359206712" sldId="277"/>
            <ac:spMk id="9" creationId="{867D4867-5BA7-4462-B2F6-A23F4A622AA7}"/>
          </ac:spMkLst>
        </pc:spChg>
        <pc:spChg chg="add del">
          <ac:chgData name="alberto gonzalez martinez" userId="8484171de3c12e77" providerId="LiveId" clId="{B270EBE8-B81C-4A36-ABE1-FF2237A82172}" dt="2020-03-20T12:07:53.920" v="2018" actId="26606"/>
          <ac:spMkLst>
            <pc:docMk/>
            <pc:sldMk cId="3359206712" sldId="277"/>
            <ac:spMk id="14" creationId="{3BAF1561-20C4-41FD-A35F-BF2B9E727F3E}"/>
          </ac:spMkLst>
        </pc:spChg>
        <pc:spChg chg="add del">
          <ac:chgData name="alberto gonzalez martinez" userId="8484171de3c12e77" providerId="LiveId" clId="{B270EBE8-B81C-4A36-ABE1-FF2237A82172}" dt="2020-03-20T12:07:53.920" v="2018" actId="26606"/>
          <ac:spMkLst>
            <pc:docMk/>
            <pc:sldMk cId="3359206712" sldId="277"/>
            <ac:spMk id="16" creationId="{839DC788-B140-4F3E-A91E-CB3E70ED940A}"/>
          </ac:spMkLst>
        </pc:spChg>
        <pc:spChg chg="add del">
          <ac:chgData name="alberto gonzalez martinez" userId="8484171de3c12e77" providerId="LiveId" clId="{B270EBE8-B81C-4A36-ABE1-FF2237A82172}" dt="2020-03-20T12:07:54.756" v="2020" actId="26606"/>
          <ac:spMkLst>
            <pc:docMk/>
            <pc:sldMk cId="3359206712" sldId="277"/>
            <ac:spMk id="20" creationId="{867D4867-5BA7-4462-B2F6-A23F4A622AA7}"/>
          </ac:spMkLst>
        </pc:spChg>
        <pc:spChg chg="add">
          <ac:chgData name="alberto gonzalez martinez" userId="8484171de3c12e77" providerId="LiveId" clId="{B270EBE8-B81C-4A36-ABE1-FF2237A82172}" dt="2020-03-20T12:07:54.763" v="2021" actId="26606"/>
          <ac:spMkLst>
            <pc:docMk/>
            <pc:sldMk cId="3359206712" sldId="277"/>
            <ac:spMk id="22" creationId="{3BAF1561-20C4-41FD-A35F-BF2B9E727F3E}"/>
          </ac:spMkLst>
        </pc:spChg>
        <pc:spChg chg="add">
          <ac:chgData name="alberto gonzalez martinez" userId="8484171de3c12e77" providerId="LiveId" clId="{B270EBE8-B81C-4A36-ABE1-FF2237A82172}" dt="2020-03-20T12:07:54.763" v="2021" actId="26606"/>
          <ac:spMkLst>
            <pc:docMk/>
            <pc:sldMk cId="3359206712" sldId="277"/>
            <ac:spMk id="23" creationId="{839DC788-B140-4F3E-A91E-CB3E70ED940A}"/>
          </ac:spMkLst>
        </pc:spChg>
        <pc:picChg chg="add mod">
          <ac:chgData name="alberto gonzalez martinez" userId="8484171de3c12e77" providerId="LiveId" clId="{B270EBE8-B81C-4A36-ABE1-FF2237A82172}" dt="2020-03-20T12:07:54.763" v="2021" actId="26606"/>
          <ac:picMkLst>
            <pc:docMk/>
            <pc:sldMk cId="3359206712" sldId="277"/>
            <ac:picMk id="4" creationId="{950A6DDF-7393-412C-A08D-E2604D7F73DE}"/>
          </ac:picMkLst>
        </pc:picChg>
        <pc:cxnChg chg="add del">
          <ac:chgData name="alberto gonzalez martinez" userId="8484171de3c12e77" providerId="LiveId" clId="{B270EBE8-B81C-4A36-ABE1-FF2237A82172}" dt="2020-03-20T12:07:53.920" v="2018" actId="26606"/>
          <ac:cxnSpMkLst>
            <pc:docMk/>
            <pc:sldMk cId="3359206712" sldId="277"/>
            <ac:cxnSpMk id="18" creationId="{FC18D930-0EEE-448F-ABF1-2AA3C83DA552}"/>
          </ac:cxnSpMkLst>
        </pc:cxnChg>
        <pc:cxnChg chg="add">
          <ac:chgData name="alberto gonzalez martinez" userId="8484171de3c12e77" providerId="LiveId" clId="{B270EBE8-B81C-4A36-ABE1-FF2237A82172}" dt="2020-03-20T12:07:54.763" v="2021" actId="26606"/>
          <ac:cxnSpMkLst>
            <pc:docMk/>
            <pc:sldMk cId="3359206712" sldId="277"/>
            <ac:cxnSpMk id="24" creationId="{FC18D930-0EEE-448F-ABF1-2AA3C83DA552}"/>
          </ac:cxnSpMkLst>
        </pc:cxnChg>
      </pc:sldChg>
      <pc:sldChg chg="addSp delSp modSp add">
        <pc:chgData name="alberto gonzalez martinez" userId="8484171de3c12e77" providerId="LiveId" clId="{B270EBE8-B81C-4A36-ABE1-FF2237A82172}" dt="2020-03-20T12:44:20.816" v="3322" actId="255"/>
        <pc:sldMkLst>
          <pc:docMk/>
          <pc:sldMk cId="1367468369" sldId="278"/>
        </pc:sldMkLst>
        <pc:spChg chg="del">
          <ac:chgData name="alberto gonzalez martinez" userId="8484171de3c12e77" providerId="LiveId" clId="{B270EBE8-B81C-4A36-ABE1-FF2237A82172}" dt="2020-03-20T12:34:40.652" v="2977" actId="478"/>
          <ac:spMkLst>
            <pc:docMk/>
            <pc:sldMk cId="1367468369" sldId="278"/>
            <ac:spMk id="2" creationId="{AF56A345-BB59-488E-994A-212B37DB554B}"/>
          </ac:spMkLst>
        </pc:spChg>
        <pc:spChg chg="del">
          <ac:chgData name="alberto gonzalez martinez" userId="8484171de3c12e77" providerId="LiveId" clId="{B270EBE8-B81C-4A36-ABE1-FF2237A82172}" dt="2020-03-20T12:34:42.109" v="2978" actId="478"/>
          <ac:spMkLst>
            <pc:docMk/>
            <pc:sldMk cId="1367468369" sldId="278"/>
            <ac:spMk id="3" creationId="{95633D6A-0F5B-4B24-A52E-F783EF5FAB75}"/>
          </ac:spMkLst>
        </pc:spChg>
        <pc:spChg chg="add del">
          <ac:chgData name="alberto gonzalez martinez" userId="8484171de3c12e77" providerId="LiveId" clId="{B270EBE8-B81C-4A36-ABE1-FF2237A82172}" dt="2020-03-20T12:36:38.217" v="3080"/>
          <ac:spMkLst>
            <pc:docMk/>
            <pc:sldMk cId="1367468369" sldId="278"/>
            <ac:spMk id="7" creationId="{7A105400-A045-4FF1-BC43-7A5B5969A146}"/>
          </ac:spMkLst>
        </pc:spChg>
        <pc:spChg chg="add del">
          <ac:chgData name="alberto gonzalez martinez" userId="8484171de3c12e77" providerId="LiveId" clId="{B270EBE8-B81C-4A36-ABE1-FF2237A82172}" dt="2020-03-20T12:37:54.058" v="3172"/>
          <ac:spMkLst>
            <pc:docMk/>
            <pc:sldMk cId="1367468369" sldId="278"/>
            <ac:spMk id="10" creationId="{8D5DBC8B-3180-4ABB-8290-4B16EADBF712}"/>
          </ac:spMkLst>
        </pc:spChg>
        <pc:spChg chg="add mod">
          <ac:chgData name="alberto gonzalez martinez" userId="8484171de3c12e77" providerId="LiveId" clId="{B270EBE8-B81C-4A36-ABE1-FF2237A82172}" dt="2020-03-20T12:41:28.480" v="3230" actId="20577"/>
          <ac:spMkLst>
            <pc:docMk/>
            <pc:sldMk cId="1367468369" sldId="278"/>
            <ac:spMk id="13" creationId="{677AA615-4592-428D-93FC-25D04019D8A7}"/>
          </ac:spMkLst>
        </pc:spChg>
        <pc:graphicFrameChg chg="add mod">
          <ac:chgData name="alberto gonzalez martinez" userId="8484171de3c12e77" providerId="LiveId" clId="{B270EBE8-B81C-4A36-ABE1-FF2237A82172}" dt="2020-03-20T12:44:09.124" v="3320" actId="255"/>
          <ac:graphicFrameMkLst>
            <pc:docMk/>
            <pc:sldMk cId="1367468369" sldId="278"/>
            <ac:graphicFrameMk id="6" creationId="{9D4AF881-2A4C-4C00-A066-56597B8DE286}"/>
          </ac:graphicFrameMkLst>
        </pc:graphicFrameChg>
        <pc:graphicFrameChg chg="add mod">
          <ac:chgData name="alberto gonzalez martinez" userId="8484171de3c12e77" providerId="LiveId" clId="{B270EBE8-B81C-4A36-ABE1-FF2237A82172}" dt="2020-03-20T12:41:05.872" v="3213" actId="1076"/>
          <ac:graphicFrameMkLst>
            <pc:docMk/>
            <pc:sldMk cId="1367468369" sldId="278"/>
            <ac:graphicFrameMk id="8" creationId="{E5699E8D-6B79-415F-BDBC-FB6766E74D26}"/>
          </ac:graphicFrameMkLst>
        </pc:graphicFrameChg>
        <pc:graphicFrameChg chg="add mod">
          <ac:chgData name="alberto gonzalez martinez" userId="8484171de3c12e77" providerId="LiveId" clId="{B270EBE8-B81C-4A36-ABE1-FF2237A82172}" dt="2020-03-20T12:44:16.224" v="3321" actId="255"/>
          <ac:graphicFrameMkLst>
            <pc:docMk/>
            <pc:sldMk cId="1367468369" sldId="278"/>
            <ac:graphicFrameMk id="9" creationId="{34399FA6-C2FC-455C-827D-600939DA41CC}"/>
          </ac:graphicFrameMkLst>
        </pc:graphicFrameChg>
        <pc:graphicFrameChg chg="add del mod">
          <ac:chgData name="alberto gonzalez martinez" userId="8484171de3c12e77" providerId="LiveId" clId="{B270EBE8-B81C-4A36-ABE1-FF2237A82172}" dt="2020-03-20T12:39:56.438" v="3204"/>
          <ac:graphicFrameMkLst>
            <pc:docMk/>
            <pc:sldMk cId="1367468369" sldId="278"/>
            <ac:graphicFrameMk id="11" creationId="{EEAAA534-BA1A-4481-AD42-8DBB06717BF8}"/>
          </ac:graphicFrameMkLst>
        </pc:graphicFrameChg>
        <pc:graphicFrameChg chg="add del mod">
          <ac:chgData name="alberto gonzalez martinez" userId="8484171de3c12e77" providerId="LiveId" clId="{B270EBE8-B81C-4A36-ABE1-FF2237A82172}" dt="2020-03-20T12:40:03.995" v="3206"/>
          <ac:graphicFrameMkLst>
            <pc:docMk/>
            <pc:sldMk cId="1367468369" sldId="278"/>
            <ac:graphicFrameMk id="12" creationId="{BB0CB3F9-464A-406E-955F-011B54BA4290}"/>
          </ac:graphicFrameMkLst>
        </pc:graphicFrameChg>
        <pc:graphicFrameChg chg="add mod">
          <ac:chgData name="alberto gonzalez martinez" userId="8484171de3c12e77" providerId="LiveId" clId="{B270EBE8-B81C-4A36-ABE1-FF2237A82172}" dt="2020-03-20T12:44:20.816" v="3322" actId="255"/>
          <ac:graphicFrameMkLst>
            <pc:docMk/>
            <pc:sldMk cId="1367468369" sldId="278"/>
            <ac:graphicFrameMk id="14" creationId="{B33EA82C-EBB8-48F5-B90A-8CB7D963AF6C}"/>
          </ac:graphicFrameMkLst>
        </pc:graphicFrameChg>
      </pc:sldChg>
      <pc:sldChg chg="addSp delSp modSp add">
        <pc:chgData name="alberto gonzalez martinez" userId="8484171de3c12e77" providerId="LiveId" clId="{B270EBE8-B81C-4A36-ABE1-FF2237A82172}" dt="2020-03-20T12:44:27.272" v="3323"/>
        <pc:sldMkLst>
          <pc:docMk/>
          <pc:sldMk cId="1232674616" sldId="279"/>
        </pc:sldMkLst>
        <pc:spChg chg="mod">
          <ac:chgData name="alberto gonzalez martinez" userId="8484171de3c12e77" providerId="LiveId" clId="{B270EBE8-B81C-4A36-ABE1-FF2237A82172}" dt="2020-03-20T12:44:27.272" v="3323"/>
          <ac:spMkLst>
            <pc:docMk/>
            <pc:sldMk cId="1232674616" sldId="279"/>
            <ac:spMk id="2" creationId="{D96A62DC-0299-487D-8601-D7E0381543D5}"/>
          </ac:spMkLst>
        </pc:spChg>
        <pc:spChg chg="del">
          <ac:chgData name="alberto gonzalez martinez" userId="8484171de3c12e77" providerId="LiveId" clId="{B270EBE8-B81C-4A36-ABE1-FF2237A82172}" dt="2020-03-20T12:39:51.290" v="3203" actId="478"/>
          <ac:spMkLst>
            <pc:docMk/>
            <pc:sldMk cId="1232674616" sldId="279"/>
            <ac:spMk id="3" creationId="{86421577-3677-4526-BD55-543DD2154DFC}"/>
          </ac:spMkLst>
        </pc:spChg>
        <pc:graphicFrameChg chg="add del mod">
          <ac:chgData name="alberto gonzalez martinez" userId="8484171de3c12e77" providerId="LiveId" clId="{B270EBE8-B81C-4A36-ABE1-FF2237A82172}" dt="2020-03-20T12:41:40.790" v="3232"/>
          <ac:graphicFrameMkLst>
            <pc:docMk/>
            <pc:sldMk cId="1232674616" sldId="279"/>
            <ac:graphicFrameMk id="4" creationId="{F42B07EB-C235-4CF2-B991-991839B3A572}"/>
          </ac:graphicFrameMkLst>
        </pc:graphicFrameChg>
        <pc:graphicFrameChg chg="add mod">
          <ac:chgData name="alberto gonzalez martinez" userId="8484171de3c12e77" providerId="LiveId" clId="{B270EBE8-B81C-4A36-ABE1-FF2237A82172}" dt="2020-03-20T12:43:43.580" v="3317" actId="255"/>
          <ac:graphicFrameMkLst>
            <pc:docMk/>
            <pc:sldMk cId="1232674616" sldId="279"/>
            <ac:graphicFrameMk id="5" creationId="{151201DE-9F10-4301-8346-0204C026C075}"/>
          </ac:graphicFrameMkLst>
        </pc:graphicFrameChg>
        <pc:graphicFrameChg chg="add mod">
          <ac:chgData name="alberto gonzalez martinez" userId="8484171de3c12e77" providerId="LiveId" clId="{B270EBE8-B81C-4A36-ABE1-FF2237A82172}" dt="2020-03-20T12:42:44.628" v="3272" actId="20577"/>
          <ac:graphicFrameMkLst>
            <pc:docMk/>
            <pc:sldMk cId="1232674616" sldId="279"/>
            <ac:graphicFrameMk id="6" creationId="{1176DC72-07DF-4B26-BE3F-8D33AE2333C7}"/>
          </ac:graphicFrameMkLst>
        </pc:graphicFrameChg>
        <pc:graphicFrameChg chg="add mod">
          <ac:chgData name="alberto gonzalez martinez" userId="8484171de3c12e77" providerId="LiveId" clId="{B270EBE8-B81C-4A36-ABE1-FF2237A82172}" dt="2020-03-20T12:43:26.373" v="3301" actId="20577"/>
          <ac:graphicFrameMkLst>
            <pc:docMk/>
            <pc:sldMk cId="1232674616" sldId="279"/>
            <ac:graphicFrameMk id="7" creationId="{4266BCA6-EA1D-49FC-AC06-EC9A18F1E3EA}"/>
          </ac:graphicFrameMkLst>
        </pc:graphicFrameChg>
        <pc:graphicFrameChg chg="add mod">
          <ac:chgData name="alberto gonzalez martinez" userId="8484171de3c12e77" providerId="LiveId" clId="{B270EBE8-B81C-4A36-ABE1-FF2237A82172}" dt="2020-03-20T12:43:56.493" v="3319" actId="255"/>
          <ac:graphicFrameMkLst>
            <pc:docMk/>
            <pc:sldMk cId="1232674616" sldId="279"/>
            <ac:graphicFrameMk id="8" creationId="{CBC5E56F-17FD-4774-A8A4-170699660647}"/>
          </ac:graphicFrameMkLst>
        </pc:graphicFrameChg>
      </pc:sldChg>
      <pc:sldChg chg="add del">
        <pc:chgData name="alberto gonzalez martinez" userId="8484171de3c12e77" providerId="LiveId" clId="{B270EBE8-B81C-4A36-ABE1-FF2237A82172}" dt="2020-03-20T12:41:54.433" v="3235" actId="2696"/>
        <pc:sldMkLst>
          <pc:docMk/>
          <pc:sldMk cId="1525468564" sldId="280"/>
        </pc:sldMkLst>
      </pc:sldChg>
      <pc:sldChg chg="add del">
        <pc:chgData name="alberto gonzalez martinez" userId="8484171de3c12e77" providerId="LiveId" clId="{B270EBE8-B81C-4A36-ABE1-FF2237A82172}" dt="2020-03-20T12:45:52.213" v="3325" actId="2696"/>
        <pc:sldMkLst>
          <pc:docMk/>
          <pc:sldMk cId="1889309835" sldId="280"/>
        </pc:sldMkLst>
      </pc:sldChg>
      <pc:sldChg chg="addSp delSp modSp add mod setBg">
        <pc:chgData name="alberto gonzalez martinez" userId="8484171de3c12e77" providerId="LiveId" clId="{B270EBE8-B81C-4A36-ABE1-FF2237A82172}" dt="2020-03-20T13:01:46.815" v="3836" actId="26606"/>
        <pc:sldMkLst>
          <pc:docMk/>
          <pc:sldMk cId="4004940329" sldId="280"/>
        </pc:sldMkLst>
        <pc:spChg chg="mod">
          <ac:chgData name="alberto gonzalez martinez" userId="8484171de3c12e77" providerId="LiveId" clId="{B270EBE8-B81C-4A36-ABE1-FF2237A82172}" dt="2020-03-20T13:01:46.815" v="3836" actId="26606"/>
          <ac:spMkLst>
            <pc:docMk/>
            <pc:sldMk cId="4004940329" sldId="280"/>
            <ac:spMk id="2" creationId="{DAB7D4A7-FC6A-449E-8E0E-6B2D58146004}"/>
          </ac:spMkLst>
        </pc:spChg>
        <pc:spChg chg="del">
          <ac:chgData name="alberto gonzalez martinez" userId="8484171de3c12e77" providerId="LiveId" clId="{B270EBE8-B81C-4A36-ABE1-FF2237A82172}" dt="2020-03-20T12:56:11.696" v="3681"/>
          <ac:spMkLst>
            <pc:docMk/>
            <pc:sldMk cId="4004940329" sldId="280"/>
            <ac:spMk id="3" creationId="{5D6B65A4-C64E-4290-8542-B7C28A8D023C}"/>
          </ac:spMkLst>
        </pc:spChg>
        <pc:spChg chg="add del mod">
          <ac:chgData name="alberto gonzalez martinez" userId="8484171de3c12e77" providerId="LiveId" clId="{B270EBE8-B81C-4A36-ABE1-FF2237A82172}" dt="2020-03-20T12:57:06.049" v="3685"/>
          <ac:spMkLst>
            <pc:docMk/>
            <pc:sldMk cId="4004940329" sldId="280"/>
            <ac:spMk id="6" creationId="{AC524D0A-E9A4-4BED-AECC-DB0669C46AD0}"/>
          </ac:spMkLst>
        </pc:spChg>
        <pc:spChg chg="add mod ord">
          <ac:chgData name="alberto gonzalez martinez" userId="8484171de3c12e77" providerId="LiveId" clId="{B270EBE8-B81C-4A36-ABE1-FF2237A82172}" dt="2020-03-20T13:01:46.815" v="3836" actId="26606"/>
          <ac:spMkLst>
            <pc:docMk/>
            <pc:sldMk cId="4004940329" sldId="280"/>
            <ac:spMk id="9" creationId="{BBE8A6CF-4C03-4EE9-8017-65911121F5AC}"/>
          </ac:spMkLst>
        </pc:spChg>
        <pc:spChg chg="add del">
          <ac:chgData name="alberto gonzalez martinez" userId="8484171de3c12e77" providerId="LiveId" clId="{B270EBE8-B81C-4A36-ABE1-FF2237A82172}" dt="2020-03-20T12:57:41.438" v="3692" actId="26606"/>
          <ac:spMkLst>
            <pc:docMk/>
            <pc:sldMk cId="4004940329" sldId="280"/>
            <ac:spMk id="12" creationId="{7CA0DAA6-33B8-4A25-810D-2F4D816FB40E}"/>
          </ac:spMkLst>
        </pc:spChg>
        <pc:spChg chg="add del">
          <ac:chgData name="alberto gonzalez martinez" userId="8484171de3c12e77" providerId="LiveId" clId="{B270EBE8-B81C-4A36-ABE1-FF2237A82172}" dt="2020-03-20T13:01:46.810" v="3835" actId="26606"/>
          <ac:spMkLst>
            <pc:docMk/>
            <pc:sldMk cId="4004940329" sldId="280"/>
            <ac:spMk id="15" creationId="{4038CB10-1F5C-4D54-9DF7-12586DE5B007}"/>
          </ac:spMkLst>
        </pc:spChg>
        <pc:spChg chg="add del">
          <ac:chgData name="alberto gonzalez martinez" userId="8484171de3c12e77" providerId="LiveId" clId="{B270EBE8-B81C-4A36-ABE1-FF2237A82172}" dt="2020-03-20T13:01:46.810" v="3835" actId="26606"/>
          <ac:spMkLst>
            <pc:docMk/>
            <pc:sldMk cId="4004940329" sldId="280"/>
            <ac:spMk id="17" creationId="{73ED6512-6858-4552-B699-9A97FE9A4EA2}"/>
          </ac:spMkLst>
        </pc:spChg>
        <pc:spChg chg="add">
          <ac:chgData name="alberto gonzalez martinez" userId="8484171de3c12e77" providerId="LiveId" clId="{B270EBE8-B81C-4A36-ABE1-FF2237A82172}" dt="2020-03-20T13:01:46.815" v="3836" actId="26606"/>
          <ac:spMkLst>
            <pc:docMk/>
            <pc:sldMk cId="4004940329" sldId="280"/>
            <ac:spMk id="19" creationId="{6832F003-FCA6-4CFB-A2EA-308F3AA257D1}"/>
          </ac:spMkLst>
        </pc:spChg>
        <pc:spChg chg="add">
          <ac:chgData name="alberto gonzalez martinez" userId="8484171de3c12e77" providerId="LiveId" clId="{B270EBE8-B81C-4A36-ABE1-FF2237A82172}" dt="2020-03-20T13:01:46.815" v="3836" actId="26606"/>
          <ac:spMkLst>
            <pc:docMk/>
            <pc:sldMk cId="4004940329" sldId="280"/>
            <ac:spMk id="20" creationId="{B34F5AD2-EDBD-4BBD-A55C-EAFFD0C7097A}"/>
          </ac:spMkLst>
        </pc:spChg>
        <pc:spChg chg="add">
          <ac:chgData name="alberto gonzalez martinez" userId="8484171de3c12e77" providerId="LiveId" clId="{B270EBE8-B81C-4A36-ABE1-FF2237A82172}" dt="2020-03-20T13:01:46.815" v="3836" actId="26606"/>
          <ac:spMkLst>
            <pc:docMk/>
            <pc:sldMk cId="4004940329" sldId="280"/>
            <ac:spMk id="21" creationId="{C3896A03-3945-419A-B66B-4EE266EDD152}"/>
          </ac:spMkLst>
        </pc:spChg>
        <pc:picChg chg="add del mod modCrop">
          <ac:chgData name="alberto gonzalez martinez" userId="8484171de3c12e77" providerId="LiveId" clId="{B270EBE8-B81C-4A36-ABE1-FF2237A82172}" dt="2020-03-20T12:56:48.261" v="3684" actId="478"/>
          <ac:picMkLst>
            <pc:docMk/>
            <pc:sldMk cId="4004940329" sldId="280"/>
            <ac:picMk id="4" creationId="{D20AFA7D-D336-42A5-9254-4612530F84CF}"/>
          </ac:picMkLst>
        </pc:picChg>
        <pc:picChg chg="add del mod">
          <ac:chgData name="alberto gonzalez martinez" userId="8484171de3c12e77" providerId="LiveId" clId="{B270EBE8-B81C-4A36-ABE1-FF2237A82172}" dt="2020-03-20T13:00:27.494" v="3702" actId="478"/>
          <ac:picMkLst>
            <pc:docMk/>
            <pc:sldMk cId="4004940329" sldId="280"/>
            <ac:picMk id="7" creationId="{4E544FCF-73D3-4067-9C34-A15EB6AAE75D}"/>
          </ac:picMkLst>
        </pc:picChg>
        <pc:picChg chg="add mod">
          <ac:chgData name="alberto gonzalez martinez" userId="8484171de3c12e77" providerId="LiveId" clId="{B270EBE8-B81C-4A36-ABE1-FF2237A82172}" dt="2020-03-20T13:01:46.815" v="3836" actId="26606"/>
          <ac:picMkLst>
            <pc:docMk/>
            <pc:sldMk cId="4004940329" sldId="280"/>
            <ac:picMk id="10" creationId="{9210FB2B-DB6B-4A23-8051-9CCD2CADEB23}"/>
          </ac:picMkLst>
        </pc:picChg>
      </pc:sldChg>
      <pc:sldChg chg="modSp add del">
        <pc:chgData name="alberto gonzalez martinez" userId="8484171de3c12e77" providerId="LiveId" clId="{B270EBE8-B81C-4A36-ABE1-FF2237A82172}" dt="2020-03-20T13:02:06.115" v="3837" actId="2696"/>
        <pc:sldMkLst>
          <pc:docMk/>
          <pc:sldMk cId="3101805731" sldId="281"/>
        </pc:sldMkLst>
        <pc:spChg chg="mod">
          <ac:chgData name="alberto gonzalez martinez" userId="8484171de3c12e77" providerId="LiveId" clId="{B270EBE8-B81C-4A36-ABE1-FF2237A82172}" dt="2020-03-20T12:54:31.539" v="3677"/>
          <ac:spMkLst>
            <pc:docMk/>
            <pc:sldMk cId="3101805731" sldId="281"/>
            <ac:spMk id="2" creationId="{C003F8E9-2EF6-44EA-8EFD-CB8208E129DD}"/>
          </ac:spMkLst>
        </pc:spChg>
      </pc:sldChg>
      <pc:sldChg chg="modSp add del">
        <pc:chgData name="alberto gonzalez martinez" userId="8484171de3c12e77" providerId="LiveId" clId="{B270EBE8-B81C-4A36-ABE1-FF2237A82172}" dt="2020-03-20T13:02:07.032" v="3838" actId="2696"/>
        <pc:sldMkLst>
          <pc:docMk/>
          <pc:sldMk cId="177873569" sldId="282"/>
        </pc:sldMkLst>
        <pc:spChg chg="mod">
          <ac:chgData name="alberto gonzalez martinez" userId="8484171de3c12e77" providerId="LiveId" clId="{B270EBE8-B81C-4A36-ABE1-FF2237A82172}" dt="2020-03-20T12:54:34.986" v="3680"/>
          <ac:spMkLst>
            <pc:docMk/>
            <pc:sldMk cId="177873569" sldId="282"/>
            <ac:spMk id="2" creationId="{C48053F1-971B-4B75-8847-F69C2E350706}"/>
          </ac:spMkLst>
        </pc:spChg>
        <pc:spChg chg="mod">
          <ac:chgData name="alberto gonzalez martinez" userId="8484171de3c12e77" providerId="LiveId" clId="{B270EBE8-B81C-4A36-ABE1-FF2237A82172}" dt="2020-03-20T12:54:34.277" v="3679" actId="1076"/>
          <ac:spMkLst>
            <pc:docMk/>
            <pc:sldMk cId="177873569" sldId="282"/>
            <ac:spMk id="3" creationId="{4BA8729A-899C-432D-A621-0F5E35F5D1D2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A7D97F-EADF-4FC1-804F-47EED40724C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0D4AFA5-2CA1-4C9E-BCD5-E7C93F30B31E}">
      <dgm:prSet/>
      <dgm:spPr/>
      <dgm:t>
        <a:bodyPr/>
        <a:lstStyle/>
        <a:p>
          <a:r>
            <a:rPr lang="es-ES"/>
            <a:t>Conseguir beneficios.</a:t>
          </a:r>
          <a:endParaRPr lang="en-US"/>
        </a:p>
      </dgm:t>
    </dgm:pt>
    <dgm:pt modelId="{E582C7EB-667B-4C47-93AE-0726D2AB6933}" type="parTrans" cxnId="{8827D521-67E5-432F-A641-765EFEBF0B74}">
      <dgm:prSet/>
      <dgm:spPr/>
      <dgm:t>
        <a:bodyPr/>
        <a:lstStyle/>
        <a:p>
          <a:endParaRPr lang="en-US"/>
        </a:p>
      </dgm:t>
    </dgm:pt>
    <dgm:pt modelId="{B1D80750-5920-4AE7-B8C6-BEC1E27DE2EC}" type="sibTrans" cxnId="{8827D521-67E5-432F-A641-765EFEBF0B74}">
      <dgm:prSet/>
      <dgm:spPr/>
      <dgm:t>
        <a:bodyPr/>
        <a:lstStyle/>
        <a:p>
          <a:endParaRPr lang="en-US"/>
        </a:p>
      </dgm:t>
    </dgm:pt>
    <dgm:pt modelId="{7D300CAC-AEE6-493A-879E-1B522D6473FE}">
      <dgm:prSet/>
      <dgm:spPr/>
      <dgm:t>
        <a:bodyPr/>
        <a:lstStyle/>
        <a:p>
          <a:r>
            <a:rPr lang="es-ES"/>
            <a:t>Desarrollo de aplicación IOS y Android.</a:t>
          </a:r>
          <a:endParaRPr lang="en-US"/>
        </a:p>
      </dgm:t>
    </dgm:pt>
    <dgm:pt modelId="{901C5D23-2504-4162-9A8A-615C8F0E2A94}" type="parTrans" cxnId="{0BC56823-8AEB-47FC-BF91-67B34092CCAE}">
      <dgm:prSet/>
      <dgm:spPr/>
      <dgm:t>
        <a:bodyPr/>
        <a:lstStyle/>
        <a:p>
          <a:endParaRPr lang="en-US"/>
        </a:p>
      </dgm:t>
    </dgm:pt>
    <dgm:pt modelId="{D45D29B7-0573-4DE2-ABEB-02D4B559E91F}" type="sibTrans" cxnId="{0BC56823-8AEB-47FC-BF91-67B34092CCAE}">
      <dgm:prSet/>
      <dgm:spPr/>
      <dgm:t>
        <a:bodyPr/>
        <a:lstStyle/>
        <a:p>
          <a:endParaRPr lang="en-US"/>
        </a:p>
      </dgm:t>
    </dgm:pt>
    <dgm:pt modelId="{8D7195B6-CB09-4A8F-AF80-F0AA9FADF207}">
      <dgm:prSet/>
      <dgm:spPr/>
      <dgm:t>
        <a:bodyPr/>
        <a:lstStyle/>
        <a:p>
          <a:r>
            <a:rPr lang="es-ES"/>
            <a:t>Visibilidad de nuestra aplicación.</a:t>
          </a:r>
          <a:endParaRPr lang="en-US"/>
        </a:p>
      </dgm:t>
    </dgm:pt>
    <dgm:pt modelId="{7A74B97E-AB38-4AC2-9D87-E10766D500BF}" type="parTrans" cxnId="{1A0CA426-34B9-406F-B50A-51CDE79838CB}">
      <dgm:prSet/>
      <dgm:spPr/>
      <dgm:t>
        <a:bodyPr/>
        <a:lstStyle/>
        <a:p>
          <a:endParaRPr lang="en-US"/>
        </a:p>
      </dgm:t>
    </dgm:pt>
    <dgm:pt modelId="{CFF8B1C9-AE44-49F9-984C-FC2B81C54688}" type="sibTrans" cxnId="{1A0CA426-34B9-406F-B50A-51CDE79838CB}">
      <dgm:prSet/>
      <dgm:spPr/>
      <dgm:t>
        <a:bodyPr/>
        <a:lstStyle/>
        <a:p>
          <a:endParaRPr lang="en-US"/>
        </a:p>
      </dgm:t>
    </dgm:pt>
    <dgm:pt modelId="{BDE38EA2-B6A0-46A8-A7BF-6FA2B7829E13}">
      <dgm:prSet/>
      <dgm:spPr/>
      <dgm:t>
        <a:bodyPr/>
        <a:lstStyle/>
        <a:p>
          <a:r>
            <a:rPr lang="es-ES"/>
            <a:t>Marketing.</a:t>
          </a:r>
          <a:endParaRPr lang="en-US"/>
        </a:p>
      </dgm:t>
    </dgm:pt>
    <dgm:pt modelId="{C33E75F5-B501-4BE5-A35B-B4AC4A3CEC4A}" type="parTrans" cxnId="{DD388F02-D6FB-4F6E-9550-B6B9592DD0B5}">
      <dgm:prSet/>
      <dgm:spPr/>
      <dgm:t>
        <a:bodyPr/>
        <a:lstStyle/>
        <a:p>
          <a:endParaRPr lang="en-US"/>
        </a:p>
      </dgm:t>
    </dgm:pt>
    <dgm:pt modelId="{BA4B7DED-1548-4DB4-8E40-9EEFAFFBF827}" type="sibTrans" cxnId="{DD388F02-D6FB-4F6E-9550-B6B9592DD0B5}">
      <dgm:prSet/>
      <dgm:spPr/>
      <dgm:t>
        <a:bodyPr/>
        <a:lstStyle/>
        <a:p>
          <a:endParaRPr lang="en-US"/>
        </a:p>
      </dgm:t>
    </dgm:pt>
    <dgm:pt modelId="{6A467B62-077F-4093-B20E-348185F6098C}">
      <dgm:prSet/>
      <dgm:spPr/>
      <dgm:t>
        <a:bodyPr/>
        <a:lstStyle/>
        <a:p>
          <a:r>
            <a:rPr lang="es-ES"/>
            <a:t>Atraer el interés de empresas.</a:t>
          </a:r>
          <a:endParaRPr lang="en-US"/>
        </a:p>
      </dgm:t>
    </dgm:pt>
    <dgm:pt modelId="{1895F502-54E4-4916-A452-AAA0992A20E9}" type="parTrans" cxnId="{7EE173F2-6D52-46A0-8639-794A83817C7F}">
      <dgm:prSet/>
      <dgm:spPr/>
      <dgm:t>
        <a:bodyPr/>
        <a:lstStyle/>
        <a:p>
          <a:endParaRPr lang="en-US"/>
        </a:p>
      </dgm:t>
    </dgm:pt>
    <dgm:pt modelId="{84818054-787F-4E9A-AA5E-25E0AA0B9A1B}" type="sibTrans" cxnId="{7EE173F2-6D52-46A0-8639-794A83817C7F}">
      <dgm:prSet/>
      <dgm:spPr/>
      <dgm:t>
        <a:bodyPr/>
        <a:lstStyle/>
        <a:p>
          <a:endParaRPr lang="en-US"/>
        </a:p>
      </dgm:t>
    </dgm:pt>
    <dgm:pt modelId="{06F71396-91E7-4F6B-8BA5-6C6DA30FF925}">
      <dgm:prSet/>
      <dgm:spPr/>
      <dgm:t>
        <a:bodyPr/>
        <a:lstStyle/>
        <a:p>
          <a:r>
            <a:rPr lang="es-ES"/>
            <a:t>Conseguir financiación.</a:t>
          </a:r>
          <a:endParaRPr lang="en-US"/>
        </a:p>
      </dgm:t>
    </dgm:pt>
    <dgm:pt modelId="{C76E02BE-87AF-4448-9B61-BA57B8CD559B}" type="parTrans" cxnId="{2F9B0E4A-09D9-45F3-B3CF-88A3C8C88426}">
      <dgm:prSet/>
      <dgm:spPr/>
      <dgm:t>
        <a:bodyPr/>
        <a:lstStyle/>
        <a:p>
          <a:endParaRPr lang="en-US"/>
        </a:p>
      </dgm:t>
    </dgm:pt>
    <dgm:pt modelId="{BA3ABEE7-753E-49BD-B96A-132543BCD106}" type="sibTrans" cxnId="{2F9B0E4A-09D9-45F3-B3CF-88A3C8C88426}">
      <dgm:prSet/>
      <dgm:spPr/>
      <dgm:t>
        <a:bodyPr/>
        <a:lstStyle/>
        <a:p>
          <a:endParaRPr lang="en-US"/>
        </a:p>
      </dgm:t>
    </dgm:pt>
    <dgm:pt modelId="{26D489B6-04B1-4FE4-9989-A4D03F2F2538}">
      <dgm:prSet/>
      <dgm:spPr/>
      <dgm:t>
        <a:bodyPr/>
        <a:lstStyle/>
        <a:p>
          <a:r>
            <a:rPr lang="es-ES"/>
            <a:t>Políticas de referidos.</a:t>
          </a:r>
          <a:endParaRPr lang="en-US"/>
        </a:p>
      </dgm:t>
    </dgm:pt>
    <dgm:pt modelId="{20122798-D49B-42FC-B4FB-0116767B4AA0}" type="parTrans" cxnId="{D09FDACA-8ED3-4DE0-962E-B4161FE12A37}">
      <dgm:prSet/>
      <dgm:spPr/>
      <dgm:t>
        <a:bodyPr/>
        <a:lstStyle/>
        <a:p>
          <a:endParaRPr lang="en-US"/>
        </a:p>
      </dgm:t>
    </dgm:pt>
    <dgm:pt modelId="{16BF22FE-D019-45DC-869A-10CA50397D21}" type="sibTrans" cxnId="{D09FDACA-8ED3-4DE0-962E-B4161FE12A37}">
      <dgm:prSet/>
      <dgm:spPr/>
      <dgm:t>
        <a:bodyPr/>
        <a:lstStyle/>
        <a:p>
          <a:endParaRPr lang="en-US"/>
        </a:p>
      </dgm:t>
    </dgm:pt>
    <dgm:pt modelId="{4FE6A728-1FCE-4C46-A5CC-B4598CC69AF6}" type="pres">
      <dgm:prSet presAssocID="{46A7D97F-EADF-4FC1-804F-47EED40724CC}" presName="linear" presStyleCnt="0">
        <dgm:presLayoutVars>
          <dgm:animLvl val="lvl"/>
          <dgm:resizeHandles val="exact"/>
        </dgm:presLayoutVars>
      </dgm:prSet>
      <dgm:spPr/>
    </dgm:pt>
    <dgm:pt modelId="{2916431E-C0D5-49E0-A4A5-5A333272BD19}" type="pres">
      <dgm:prSet presAssocID="{60D4AFA5-2CA1-4C9E-BCD5-E7C93F30B31E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D5FC5114-09A0-4AD2-BED4-F7FECAAB12F3}" type="pres">
      <dgm:prSet presAssocID="{B1D80750-5920-4AE7-B8C6-BEC1E27DE2EC}" presName="spacer" presStyleCnt="0"/>
      <dgm:spPr/>
    </dgm:pt>
    <dgm:pt modelId="{EADD065F-83E1-4957-8836-159AC7B16666}" type="pres">
      <dgm:prSet presAssocID="{7D300CAC-AEE6-493A-879E-1B522D6473FE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D2EB7303-9A0C-4D8A-92EB-D7046C70ADF1}" type="pres">
      <dgm:prSet presAssocID="{D45D29B7-0573-4DE2-ABEB-02D4B559E91F}" presName="spacer" presStyleCnt="0"/>
      <dgm:spPr/>
    </dgm:pt>
    <dgm:pt modelId="{D1D80FC9-2347-4CC1-83BA-406956FCD1AA}" type="pres">
      <dgm:prSet presAssocID="{8D7195B6-CB09-4A8F-AF80-F0AA9FADF207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9DC75D8-DE9F-4A6C-A572-BE2DAB5A37E1}" type="pres">
      <dgm:prSet presAssocID="{CFF8B1C9-AE44-49F9-984C-FC2B81C54688}" presName="spacer" presStyleCnt="0"/>
      <dgm:spPr/>
    </dgm:pt>
    <dgm:pt modelId="{ECD48C4F-78DA-42D8-B1BC-F7AE59DBC794}" type="pres">
      <dgm:prSet presAssocID="{BDE38EA2-B6A0-46A8-A7BF-6FA2B7829E13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49D9765E-BB17-4B86-9587-08C2838C385E}" type="pres">
      <dgm:prSet presAssocID="{BA4B7DED-1548-4DB4-8E40-9EEFAFFBF827}" presName="spacer" presStyleCnt="0"/>
      <dgm:spPr/>
    </dgm:pt>
    <dgm:pt modelId="{B0431EA4-8804-4826-852F-D776EAEC5EC7}" type="pres">
      <dgm:prSet presAssocID="{6A467B62-077F-4093-B20E-348185F6098C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6BD56BF8-EC50-4B85-9348-5DF34EC2DA69}" type="pres">
      <dgm:prSet presAssocID="{84818054-787F-4E9A-AA5E-25E0AA0B9A1B}" presName="spacer" presStyleCnt="0"/>
      <dgm:spPr/>
    </dgm:pt>
    <dgm:pt modelId="{1BA2B3F1-45DA-4A02-AF34-95F01F4B5D64}" type="pres">
      <dgm:prSet presAssocID="{06F71396-91E7-4F6B-8BA5-6C6DA30FF925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9D14DAD-4D0D-4AAC-8A6A-EA0AC6B96D34}" type="pres">
      <dgm:prSet presAssocID="{BA3ABEE7-753E-49BD-B96A-132543BCD106}" presName="spacer" presStyleCnt="0"/>
      <dgm:spPr/>
    </dgm:pt>
    <dgm:pt modelId="{DADE8656-44EB-4CF6-8762-E1C6ED40951C}" type="pres">
      <dgm:prSet presAssocID="{26D489B6-04B1-4FE4-9989-A4D03F2F2538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DD388F02-D6FB-4F6E-9550-B6B9592DD0B5}" srcId="{46A7D97F-EADF-4FC1-804F-47EED40724CC}" destId="{BDE38EA2-B6A0-46A8-A7BF-6FA2B7829E13}" srcOrd="3" destOrd="0" parTransId="{C33E75F5-B501-4BE5-A35B-B4AC4A3CEC4A}" sibTransId="{BA4B7DED-1548-4DB4-8E40-9EEFAFFBF827}"/>
    <dgm:cxn modelId="{FEDB0603-D795-44D7-A466-67D93FE77F76}" type="presOf" srcId="{46A7D97F-EADF-4FC1-804F-47EED40724CC}" destId="{4FE6A728-1FCE-4C46-A5CC-B4598CC69AF6}" srcOrd="0" destOrd="0" presId="urn:microsoft.com/office/officeart/2005/8/layout/vList2"/>
    <dgm:cxn modelId="{8827D521-67E5-432F-A641-765EFEBF0B74}" srcId="{46A7D97F-EADF-4FC1-804F-47EED40724CC}" destId="{60D4AFA5-2CA1-4C9E-BCD5-E7C93F30B31E}" srcOrd="0" destOrd="0" parTransId="{E582C7EB-667B-4C47-93AE-0726D2AB6933}" sibTransId="{B1D80750-5920-4AE7-B8C6-BEC1E27DE2EC}"/>
    <dgm:cxn modelId="{0BC56823-8AEB-47FC-BF91-67B34092CCAE}" srcId="{46A7D97F-EADF-4FC1-804F-47EED40724CC}" destId="{7D300CAC-AEE6-493A-879E-1B522D6473FE}" srcOrd="1" destOrd="0" parTransId="{901C5D23-2504-4162-9A8A-615C8F0E2A94}" sibTransId="{D45D29B7-0573-4DE2-ABEB-02D4B559E91F}"/>
    <dgm:cxn modelId="{1A0CA426-34B9-406F-B50A-51CDE79838CB}" srcId="{46A7D97F-EADF-4FC1-804F-47EED40724CC}" destId="{8D7195B6-CB09-4A8F-AF80-F0AA9FADF207}" srcOrd="2" destOrd="0" parTransId="{7A74B97E-AB38-4AC2-9D87-E10766D500BF}" sibTransId="{CFF8B1C9-AE44-49F9-984C-FC2B81C54688}"/>
    <dgm:cxn modelId="{177CE92E-73DA-43C5-8142-3461B1591BD0}" type="presOf" srcId="{8D7195B6-CB09-4A8F-AF80-F0AA9FADF207}" destId="{D1D80FC9-2347-4CC1-83BA-406956FCD1AA}" srcOrd="0" destOrd="0" presId="urn:microsoft.com/office/officeart/2005/8/layout/vList2"/>
    <dgm:cxn modelId="{AB50C634-2866-4A65-967D-8C2E8E3C4BBE}" type="presOf" srcId="{BDE38EA2-B6A0-46A8-A7BF-6FA2B7829E13}" destId="{ECD48C4F-78DA-42D8-B1BC-F7AE59DBC794}" srcOrd="0" destOrd="0" presId="urn:microsoft.com/office/officeart/2005/8/layout/vList2"/>
    <dgm:cxn modelId="{5CE7CD5C-EA38-4632-9291-D0277D8DFC53}" type="presOf" srcId="{60D4AFA5-2CA1-4C9E-BCD5-E7C93F30B31E}" destId="{2916431E-C0D5-49E0-A4A5-5A333272BD19}" srcOrd="0" destOrd="0" presId="urn:microsoft.com/office/officeart/2005/8/layout/vList2"/>
    <dgm:cxn modelId="{169DCC44-472B-48C8-9010-110301079B05}" type="presOf" srcId="{26D489B6-04B1-4FE4-9989-A4D03F2F2538}" destId="{DADE8656-44EB-4CF6-8762-E1C6ED40951C}" srcOrd="0" destOrd="0" presId="urn:microsoft.com/office/officeart/2005/8/layout/vList2"/>
    <dgm:cxn modelId="{2F9B0E4A-09D9-45F3-B3CF-88A3C8C88426}" srcId="{46A7D97F-EADF-4FC1-804F-47EED40724CC}" destId="{06F71396-91E7-4F6B-8BA5-6C6DA30FF925}" srcOrd="5" destOrd="0" parTransId="{C76E02BE-87AF-4448-9B61-BA57B8CD559B}" sibTransId="{BA3ABEE7-753E-49BD-B96A-132543BCD106}"/>
    <dgm:cxn modelId="{2A0CE89A-E3A5-48C9-88D6-550DF0B88966}" type="presOf" srcId="{7D300CAC-AEE6-493A-879E-1B522D6473FE}" destId="{EADD065F-83E1-4957-8836-159AC7B16666}" srcOrd="0" destOrd="0" presId="urn:microsoft.com/office/officeart/2005/8/layout/vList2"/>
    <dgm:cxn modelId="{D09FDACA-8ED3-4DE0-962E-B4161FE12A37}" srcId="{46A7D97F-EADF-4FC1-804F-47EED40724CC}" destId="{26D489B6-04B1-4FE4-9989-A4D03F2F2538}" srcOrd="6" destOrd="0" parTransId="{20122798-D49B-42FC-B4FB-0116767B4AA0}" sibTransId="{16BF22FE-D019-45DC-869A-10CA50397D21}"/>
    <dgm:cxn modelId="{904DB5D1-C071-4430-8C89-9181DF320B54}" type="presOf" srcId="{6A467B62-077F-4093-B20E-348185F6098C}" destId="{B0431EA4-8804-4826-852F-D776EAEC5EC7}" srcOrd="0" destOrd="0" presId="urn:microsoft.com/office/officeart/2005/8/layout/vList2"/>
    <dgm:cxn modelId="{794E5FD3-0CBE-431F-BFA5-879C6A01DEAA}" type="presOf" srcId="{06F71396-91E7-4F6B-8BA5-6C6DA30FF925}" destId="{1BA2B3F1-45DA-4A02-AF34-95F01F4B5D64}" srcOrd="0" destOrd="0" presId="urn:microsoft.com/office/officeart/2005/8/layout/vList2"/>
    <dgm:cxn modelId="{7EE173F2-6D52-46A0-8639-794A83817C7F}" srcId="{46A7D97F-EADF-4FC1-804F-47EED40724CC}" destId="{6A467B62-077F-4093-B20E-348185F6098C}" srcOrd="4" destOrd="0" parTransId="{1895F502-54E4-4916-A452-AAA0992A20E9}" sibTransId="{84818054-787F-4E9A-AA5E-25E0AA0B9A1B}"/>
    <dgm:cxn modelId="{04708B37-46FD-4EF0-81CB-78EDD11EFF38}" type="presParOf" srcId="{4FE6A728-1FCE-4C46-A5CC-B4598CC69AF6}" destId="{2916431E-C0D5-49E0-A4A5-5A333272BD19}" srcOrd="0" destOrd="0" presId="urn:microsoft.com/office/officeart/2005/8/layout/vList2"/>
    <dgm:cxn modelId="{D1F72D98-3400-43DB-BAB4-1E973657B26A}" type="presParOf" srcId="{4FE6A728-1FCE-4C46-A5CC-B4598CC69AF6}" destId="{D5FC5114-09A0-4AD2-BED4-F7FECAAB12F3}" srcOrd="1" destOrd="0" presId="urn:microsoft.com/office/officeart/2005/8/layout/vList2"/>
    <dgm:cxn modelId="{DDEA8B6D-4996-4307-BB2E-61FC050C8826}" type="presParOf" srcId="{4FE6A728-1FCE-4C46-A5CC-B4598CC69AF6}" destId="{EADD065F-83E1-4957-8836-159AC7B16666}" srcOrd="2" destOrd="0" presId="urn:microsoft.com/office/officeart/2005/8/layout/vList2"/>
    <dgm:cxn modelId="{BE395001-7217-447F-9D40-99808A8ABBB6}" type="presParOf" srcId="{4FE6A728-1FCE-4C46-A5CC-B4598CC69AF6}" destId="{D2EB7303-9A0C-4D8A-92EB-D7046C70ADF1}" srcOrd="3" destOrd="0" presId="urn:microsoft.com/office/officeart/2005/8/layout/vList2"/>
    <dgm:cxn modelId="{03118EE4-0E90-49BC-8467-BCBF0B185873}" type="presParOf" srcId="{4FE6A728-1FCE-4C46-A5CC-B4598CC69AF6}" destId="{D1D80FC9-2347-4CC1-83BA-406956FCD1AA}" srcOrd="4" destOrd="0" presId="urn:microsoft.com/office/officeart/2005/8/layout/vList2"/>
    <dgm:cxn modelId="{79EF5C2F-97A6-46ED-ABBB-DE34D80A77B5}" type="presParOf" srcId="{4FE6A728-1FCE-4C46-A5CC-B4598CC69AF6}" destId="{79DC75D8-DE9F-4A6C-A572-BE2DAB5A37E1}" srcOrd="5" destOrd="0" presId="urn:microsoft.com/office/officeart/2005/8/layout/vList2"/>
    <dgm:cxn modelId="{52FE898C-371D-4BDF-BA5B-D4440886816F}" type="presParOf" srcId="{4FE6A728-1FCE-4C46-A5CC-B4598CC69AF6}" destId="{ECD48C4F-78DA-42D8-B1BC-F7AE59DBC794}" srcOrd="6" destOrd="0" presId="urn:microsoft.com/office/officeart/2005/8/layout/vList2"/>
    <dgm:cxn modelId="{4F82E418-0B7E-4FCA-8EA6-02230C84E1F3}" type="presParOf" srcId="{4FE6A728-1FCE-4C46-A5CC-B4598CC69AF6}" destId="{49D9765E-BB17-4B86-9587-08C2838C385E}" srcOrd="7" destOrd="0" presId="urn:microsoft.com/office/officeart/2005/8/layout/vList2"/>
    <dgm:cxn modelId="{227A55EC-7164-4A0F-B202-014454E40695}" type="presParOf" srcId="{4FE6A728-1FCE-4C46-A5CC-B4598CC69AF6}" destId="{B0431EA4-8804-4826-852F-D776EAEC5EC7}" srcOrd="8" destOrd="0" presId="urn:microsoft.com/office/officeart/2005/8/layout/vList2"/>
    <dgm:cxn modelId="{0AA7E578-7B48-4B0E-843D-5748232B18C5}" type="presParOf" srcId="{4FE6A728-1FCE-4C46-A5CC-B4598CC69AF6}" destId="{6BD56BF8-EC50-4B85-9348-5DF34EC2DA69}" srcOrd="9" destOrd="0" presId="urn:microsoft.com/office/officeart/2005/8/layout/vList2"/>
    <dgm:cxn modelId="{FFF1469B-8479-45E8-9174-0756BDC55206}" type="presParOf" srcId="{4FE6A728-1FCE-4C46-A5CC-B4598CC69AF6}" destId="{1BA2B3F1-45DA-4A02-AF34-95F01F4B5D64}" srcOrd="10" destOrd="0" presId="urn:microsoft.com/office/officeart/2005/8/layout/vList2"/>
    <dgm:cxn modelId="{138628AF-08F5-403E-B7D0-55BB31315901}" type="presParOf" srcId="{4FE6A728-1FCE-4C46-A5CC-B4598CC69AF6}" destId="{59D14DAD-4D0D-4AAC-8A6A-EA0AC6B96D34}" srcOrd="11" destOrd="0" presId="urn:microsoft.com/office/officeart/2005/8/layout/vList2"/>
    <dgm:cxn modelId="{4BF03C35-EC3E-4741-90EE-2F420E8DCAD1}" type="presParOf" srcId="{4FE6A728-1FCE-4C46-A5CC-B4598CC69AF6}" destId="{DADE8656-44EB-4CF6-8762-E1C6ED40951C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55E040-F2E7-440A-91FC-3D370BFA8AA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DAD8E4C-C8A7-4F22-AD47-BFCB2A7F10DB}">
      <dgm:prSet/>
      <dgm:spPr/>
      <dgm:t>
        <a:bodyPr/>
        <a:lstStyle/>
        <a:p>
          <a:r>
            <a:rPr lang="es-ES"/>
            <a:t>Ampliación de nuestra aplicación fuera de la Comunidad de Madrid.</a:t>
          </a:r>
          <a:endParaRPr lang="en-US"/>
        </a:p>
      </dgm:t>
    </dgm:pt>
    <dgm:pt modelId="{48029365-D5A9-4413-81D0-AB0A6D042814}" type="parTrans" cxnId="{37FBB729-46E3-4D97-B9B1-7FBC07FC6935}">
      <dgm:prSet/>
      <dgm:spPr/>
      <dgm:t>
        <a:bodyPr/>
        <a:lstStyle/>
        <a:p>
          <a:endParaRPr lang="en-US"/>
        </a:p>
      </dgm:t>
    </dgm:pt>
    <dgm:pt modelId="{C3D77223-A707-4F36-AD0F-F9D30EBAF55C}" type="sibTrans" cxnId="{37FBB729-46E3-4D97-B9B1-7FBC07FC6935}">
      <dgm:prSet/>
      <dgm:spPr/>
      <dgm:t>
        <a:bodyPr/>
        <a:lstStyle/>
        <a:p>
          <a:endParaRPr lang="en-US"/>
        </a:p>
      </dgm:t>
    </dgm:pt>
    <dgm:pt modelId="{A08C6B6F-A31A-4B5B-B350-D907F43B2EAB}">
      <dgm:prSet/>
      <dgm:spPr/>
      <dgm:t>
        <a:bodyPr/>
        <a:lstStyle/>
        <a:p>
          <a:r>
            <a:rPr lang="es-ES"/>
            <a:t>Planear suscripción mensual o de único pago.</a:t>
          </a:r>
          <a:endParaRPr lang="en-US"/>
        </a:p>
      </dgm:t>
    </dgm:pt>
    <dgm:pt modelId="{272BDBC9-0AF5-4CC6-A948-0B9DF8DCA152}" type="parTrans" cxnId="{C95E948E-10DB-4BF2-9273-8D272ECADD93}">
      <dgm:prSet/>
      <dgm:spPr/>
      <dgm:t>
        <a:bodyPr/>
        <a:lstStyle/>
        <a:p>
          <a:endParaRPr lang="en-US"/>
        </a:p>
      </dgm:t>
    </dgm:pt>
    <dgm:pt modelId="{51F5B374-2730-4FC7-BE83-7156907A3CFE}" type="sibTrans" cxnId="{C95E948E-10DB-4BF2-9273-8D272ECADD93}">
      <dgm:prSet/>
      <dgm:spPr/>
      <dgm:t>
        <a:bodyPr/>
        <a:lstStyle/>
        <a:p>
          <a:endParaRPr lang="en-US"/>
        </a:p>
      </dgm:t>
    </dgm:pt>
    <dgm:pt modelId="{383F5D57-D2EF-4D71-8A37-A0EA8835FB18}">
      <dgm:prSet/>
      <dgm:spPr/>
      <dgm:t>
        <a:bodyPr/>
        <a:lstStyle/>
        <a:p>
          <a:r>
            <a:rPr lang="es-ES"/>
            <a:t>Venta de la aplicación.</a:t>
          </a:r>
          <a:endParaRPr lang="en-US"/>
        </a:p>
      </dgm:t>
    </dgm:pt>
    <dgm:pt modelId="{BCC959D7-50A6-48A8-969C-C6C97E30EB4D}" type="parTrans" cxnId="{AB742CD8-52FA-47EB-8113-0DD90C883B34}">
      <dgm:prSet/>
      <dgm:spPr/>
      <dgm:t>
        <a:bodyPr/>
        <a:lstStyle/>
        <a:p>
          <a:endParaRPr lang="en-US"/>
        </a:p>
      </dgm:t>
    </dgm:pt>
    <dgm:pt modelId="{AF068A15-20D7-4F38-915B-AF8F5EDCA515}" type="sibTrans" cxnId="{AB742CD8-52FA-47EB-8113-0DD90C883B34}">
      <dgm:prSet/>
      <dgm:spPr/>
      <dgm:t>
        <a:bodyPr/>
        <a:lstStyle/>
        <a:p>
          <a:endParaRPr lang="en-US"/>
        </a:p>
      </dgm:t>
    </dgm:pt>
    <dgm:pt modelId="{AC871FDF-A799-48E7-83CD-0AEA78C2CB8C}">
      <dgm:prSet/>
      <dgm:spPr/>
      <dgm:t>
        <a:bodyPr/>
        <a:lstStyle/>
        <a:p>
          <a:r>
            <a:rPr lang="es-ES"/>
            <a:t>Expansión de la aplicación fuera del territorio español.</a:t>
          </a:r>
          <a:endParaRPr lang="en-US"/>
        </a:p>
      </dgm:t>
    </dgm:pt>
    <dgm:pt modelId="{DE27A672-56EE-45F0-ACA9-BD2259FA4E6B}" type="parTrans" cxnId="{46F69AA1-1C42-460E-A03A-00FDCC02F161}">
      <dgm:prSet/>
      <dgm:spPr/>
      <dgm:t>
        <a:bodyPr/>
        <a:lstStyle/>
        <a:p>
          <a:endParaRPr lang="en-US"/>
        </a:p>
      </dgm:t>
    </dgm:pt>
    <dgm:pt modelId="{2C05BF5D-BFE0-451D-9C4C-0B82001F0827}" type="sibTrans" cxnId="{46F69AA1-1C42-460E-A03A-00FDCC02F161}">
      <dgm:prSet/>
      <dgm:spPr/>
      <dgm:t>
        <a:bodyPr/>
        <a:lstStyle/>
        <a:p>
          <a:endParaRPr lang="en-US"/>
        </a:p>
      </dgm:t>
    </dgm:pt>
    <dgm:pt modelId="{33467581-A5C6-4237-B9DF-D1CA496F938F}" type="pres">
      <dgm:prSet presAssocID="{BC55E040-F2E7-440A-91FC-3D370BFA8AAD}" presName="root" presStyleCnt="0">
        <dgm:presLayoutVars>
          <dgm:dir/>
          <dgm:resizeHandles val="exact"/>
        </dgm:presLayoutVars>
      </dgm:prSet>
      <dgm:spPr/>
    </dgm:pt>
    <dgm:pt modelId="{351995E7-35E5-41D6-B74E-E652EFA676BA}" type="pres">
      <dgm:prSet presAssocID="{CDAD8E4C-C8A7-4F22-AD47-BFCB2A7F10DB}" presName="compNode" presStyleCnt="0"/>
      <dgm:spPr/>
    </dgm:pt>
    <dgm:pt modelId="{98509D97-D589-493E-9C05-345572BB788C}" type="pres">
      <dgm:prSet presAssocID="{CDAD8E4C-C8A7-4F22-AD47-BFCB2A7F10DB}" presName="bgRect" presStyleLbl="bgShp" presStyleIdx="0" presStyleCnt="4"/>
      <dgm:spPr/>
    </dgm:pt>
    <dgm:pt modelId="{3338975D-1C00-472D-9A34-3CD8AA6F80D3}" type="pres">
      <dgm:prSet presAssocID="{CDAD8E4C-C8A7-4F22-AD47-BFCB2A7F10D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7F24BC99-63A6-4583-8105-2706D6B5B876}" type="pres">
      <dgm:prSet presAssocID="{CDAD8E4C-C8A7-4F22-AD47-BFCB2A7F10DB}" presName="spaceRect" presStyleCnt="0"/>
      <dgm:spPr/>
    </dgm:pt>
    <dgm:pt modelId="{AC44740D-7865-439B-92CD-240F0A349F03}" type="pres">
      <dgm:prSet presAssocID="{CDAD8E4C-C8A7-4F22-AD47-BFCB2A7F10DB}" presName="parTx" presStyleLbl="revTx" presStyleIdx="0" presStyleCnt="4">
        <dgm:presLayoutVars>
          <dgm:chMax val="0"/>
          <dgm:chPref val="0"/>
        </dgm:presLayoutVars>
      </dgm:prSet>
      <dgm:spPr/>
    </dgm:pt>
    <dgm:pt modelId="{11040994-C697-4201-BE42-85EE43A49000}" type="pres">
      <dgm:prSet presAssocID="{C3D77223-A707-4F36-AD0F-F9D30EBAF55C}" presName="sibTrans" presStyleCnt="0"/>
      <dgm:spPr/>
    </dgm:pt>
    <dgm:pt modelId="{ECC6B86A-8D2A-49C1-A718-48C123539C2D}" type="pres">
      <dgm:prSet presAssocID="{A08C6B6F-A31A-4B5B-B350-D907F43B2EAB}" presName="compNode" presStyleCnt="0"/>
      <dgm:spPr/>
    </dgm:pt>
    <dgm:pt modelId="{983E87A5-D2F9-41B1-A3D3-4CEDBACED4E1}" type="pres">
      <dgm:prSet presAssocID="{A08C6B6F-A31A-4B5B-B350-D907F43B2EAB}" presName="bgRect" presStyleLbl="bgShp" presStyleIdx="1" presStyleCnt="4"/>
      <dgm:spPr/>
    </dgm:pt>
    <dgm:pt modelId="{5BFD92B3-2D45-4442-BACD-C9CB740B1511}" type="pres">
      <dgm:prSet presAssocID="{A08C6B6F-A31A-4B5B-B350-D907F43B2EA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B09078C8-52AA-4E10-BF2B-6F4274AB26FF}" type="pres">
      <dgm:prSet presAssocID="{A08C6B6F-A31A-4B5B-B350-D907F43B2EAB}" presName="spaceRect" presStyleCnt="0"/>
      <dgm:spPr/>
    </dgm:pt>
    <dgm:pt modelId="{F3284ADF-0071-499D-8E0B-ABF73BB5F139}" type="pres">
      <dgm:prSet presAssocID="{A08C6B6F-A31A-4B5B-B350-D907F43B2EAB}" presName="parTx" presStyleLbl="revTx" presStyleIdx="1" presStyleCnt="4">
        <dgm:presLayoutVars>
          <dgm:chMax val="0"/>
          <dgm:chPref val="0"/>
        </dgm:presLayoutVars>
      </dgm:prSet>
      <dgm:spPr/>
    </dgm:pt>
    <dgm:pt modelId="{BAF50F8E-212F-4A05-80BF-0D35C1C91468}" type="pres">
      <dgm:prSet presAssocID="{51F5B374-2730-4FC7-BE83-7156907A3CFE}" presName="sibTrans" presStyleCnt="0"/>
      <dgm:spPr/>
    </dgm:pt>
    <dgm:pt modelId="{B94FB5FA-0E1D-43F7-A978-B4FA950194A2}" type="pres">
      <dgm:prSet presAssocID="{383F5D57-D2EF-4D71-8A37-A0EA8835FB18}" presName="compNode" presStyleCnt="0"/>
      <dgm:spPr/>
    </dgm:pt>
    <dgm:pt modelId="{B6896ED3-BC5C-45AA-A37A-355626DE63AA}" type="pres">
      <dgm:prSet presAssocID="{383F5D57-D2EF-4D71-8A37-A0EA8835FB18}" presName="bgRect" presStyleLbl="bgShp" presStyleIdx="2" presStyleCnt="4"/>
      <dgm:spPr/>
    </dgm:pt>
    <dgm:pt modelId="{C420972C-C883-4B67-AE51-7195E33037A5}" type="pres">
      <dgm:prSet presAssocID="{383F5D57-D2EF-4D71-8A37-A0EA8835FB1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964A4EC9-AB93-4E3B-8427-ECFD84F37A7E}" type="pres">
      <dgm:prSet presAssocID="{383F5D57-D2EF-4D71-8A37-A0EA8835FB18}" presName="spaceRect" presStyleCnt="0"/>
      <dgm:spPr/>
    </dgm:pt>
    <dgm:pt modelId="{2E7B22D3-7924-41FA-A944-AE0262E08AD6}" type="pres">
      <dgm:prSet presAssocID="{383F5D57-D2EF-4D71-8A37-A0EA8835FB18}" presName="parTx" presStyleLbl="revTx" presStyleIdx="2" presStyleCnt="4">
        <dgm:presLayoutVars>
          <dgm:chMax val="0"/>
          <dgm:chPref val="0"/>
        </dgm:presLayoutVars>
      </dgm:prSet>
      <dgm:spPr/>
    </dgm:pt>
    <dgm:pt modelId="{4F6B019C-3C29-469A-BA95-BF8854692425}" type="pres">
      <dgm:prSet presAssocID="{AF068A15-20D7-4F38-915B-AF8F5EDCA515}" presName="sibTrans" presStyleCnt="0"/>
      <dgm:spPr/>
    </dgm:pt>
    <dgm:pt modelId="{E5E2FAC7-2263-4C1A-BC42-6AD7A1783682}" type="pres">
      <dgm:prSet presAssocID="{AC871FDF-A799-48E7-83CD-0AEA78C2CB8C}" presName="compNode" presStyleCnt="0"/>
      <dgm:spPr/>
    </dgm:pt>
    <dgm:pt modelId="{D356FB6C-AF3F-4808-85AA-9EAAE328FC24}" type="pres">
      <dgm:prSet presAssocID="{AC871FDF-A799-48E7-83CD-0AEA78C2CB8C}" presName="bgRect" presStyleLbl="bgShp" presStyleIdx="3" presStyleCnt="4"/>
      <dgm:spPr/>
    </dgm:pt>
    <dgm:pt modelId="{E00BF804-89AF-49F2-89FD-CEB9DEC64AC5}" type="pres">
      <dgm:prSet presAssocID="{AC871FDF-A799-48E7-83CD-0AEA78C2CB8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7CD5A283-F870-407A-93E5-982607B68628}" type="pres">
      <dgm:prSet presAssocID="{AC871FDF-A799-48E7-83CD-0AEA78C2CB8C}" presName="spaceRect" presStyleCnt="0"/>
      <dgm:spPr/>
    </dgm:pt>
    <dgm:pt modelId="{6D8F19D3-BD31-40AC-BDA5-141F21675EA6}" type="pres">
      <dgm:prSet presAssocID="{AC871FDF-A799-48E7-83CD-0AEA78C2CB8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0EEA723-3D90-44F2-B9C9-EDAE41C242B5}" type="presOf" srcId="{AC871FDF-A799-48E7-83CD-0AEA78C2CB8C}" destId="{6D8F19D3-BD31-40AC-BDA5-141F21675EA6}" srcOrd="0" destOrd="0" presId="urn:microsoft.com/office/officeart/2018/2/layout/IconVerticalSolidList"/>
    <dgm:cxn modelId="{37FBB729-46E3-4D97-B9B1-7FBC07FC6935}" srcId="{BC55E040-F2E7-440A-91FC-3D370BFA8AAD}" destId="{CDAD8E4C-C8A7-4F22-AD47-BFCB2A7F10DB}" srcOrd="0" destOrd="0" parTransId="{48029365-D5A9-4413-81D0-AB0A6D042814}" sibTransId="{C3D77223-A707-4F36-AD0F-F9D30EBAF55C}"/>
    <dgm:cxn modelId="{9175183A-3C34-459C-85BC-43216921FD76}" type="presOf" srcId="{BC55E040-F2E7-440A-91FC-3D370BFA8AAD}" destId="{33467581-A5C6-4237-B9DF-D1CA496F938F}" srcOrd="0" destOrd="0" presId="urn:microsoft.com/office/officeart/2018/2/layout/IconVerticalSolidList"/>
    <dgm:cxn modelId="{C95E948E-10DB-4BF2-9273-8D272ECADD93}" srcId="{BC55E040-F2E7-440A-91FC-3D370BFA8AAD}" destId="{A08C6B6F-A31A-4B5B-B350-D907F43B2EAB}" srcOrd="1" destOrd="0" parTransId="{272BDBC9-0AF5-4CC6-A948-0B9DF8DCA152}" sibTransId="{51F5B374-2730-4FC7-BE83-7156907A3CFE}"/>
    <dgm:cxn modelId="{46F69AA1-1C42-460E-A03A-00FDCC02F161}" srcId="{BC55E040-F2E7-440A-91FC-3D370BFA8AAD}" destId="{AC871FDF-A799-48E7-83CD-0AEA78C2CB8C}" srcOrd="3" destOrd="0" parTransId="{DE27A672-56EE-45F0-ACA9-BD2259FA4E6B}" sibTransId="{2C05BF5D-BFE0-451D-9C4C-0B82001F0827}"/>
    <dgm:cxn modelId="{AB742CD8-52FA-47EB-8113-0DD90C883B34}" srcId="{BC55E040-F2E7-440A-91FC-3D370BFA8AAD}" destId="{383F5D57-D2EF-4D71-8A37-A0EA8835FB18}" srcOrd="2" destOrd="0" parTransId="{BCC959D7-50A6-48A8-969C-C6C97E30EB4D}" sibTransId="{AF068A15-20D7-4F38-915B-AF8F5EDCA515}"/>
    <dgm:cxn modelId="{A8D983DA-3C62-401B-9E12-B09C5258FE79}" type="presOf" srcId="{A08C6B6F-A31A-4B5B-B350-D907F43B2EAB}" destId="{F3284ADF-0071-499D-8E0B-ABF73BB5F139}" srcOrd="0" destOrd="0" presId="urn:microsoft.com/office/officeart/2018/2/layout/IconVerticalSolidList"/>
    <dgm:cxn modelId="{7DAFD4E6-F044-4ADB-BF1F-6B5C558E7AFC}" type="presOf" srcId="{CDAD8E4C-C8A7-4F22-AD47-BFCB2A7F10DB}" destId="{AC44740D-7865-439B-92CD-240F0A349F03}" srcOrd="0" destOrd="0" presId="urn:microsoft.com/office/officeart/2018/2/layout/IconVerticalSolidList"/>
    <dgm:cxn modelId="{ED8807F0-984F-4FC1-A813-B897E82C2431}" type="presOf" srcId="{383F5D57-D2EF-4D71-8A37-A0EA8835FB18}" destId="{2E7B22D3-7924-41FA-A944-AE0262E08AD6}" srcOrd="0" destOrd="0" presId="urn:microsoft.com/office/officeart/2018/2/layout/IconVerticalSolidList"/>
    <dgm:cxn modelId="{D626E879-6517-4731-8D1A-5C6B8E57C043}" type="presParOf" srcId="{33467581-A5C6-4237-B9DF-D1CA496F938F}" destId="{351995E7-35E5-41D6-B74E-E652EFA676BA}" srcOrd="0" destOrd="0" presId="urn:microsoft.com/office/officeart/2018/2/layout/IconVerticalSolidList"/>
    <dgm:cxn modelId="{4AD3A3C9-71C6-406B-8A7D-2A3FC996FEC8}" type="presParOf" srcId="{351995E7-35E5-41D6-B74E-E652EFA676BA}" destId="{98509D97-D589-493E-9C05-345572BB788C}" srcOrd="0" destOrd="0" presId="urn:microsoft.com/office/officeart/2018/2/layout/IconVerticalSolidList"/>
    <dgm:cxn modelId="{B5FE3BC6-5103-4657-BD84-049E44D0DEE0}" type="presParOf" srcId="{351995E7-35E5-41D6-B74E-E652EFA676BA}" destId="{3338975D-1C00-472D-9A34-3CD8AA6F80D3}" srcOrd="1" destOrd="0" presId="urn:microsoft.com/office/officeart/2018/2/layout/IconVerticalSolidList"/>
    <dgm:cxn modelId="{6D7AAC39-49A1-414E-96C8-129D1F226D9D}" type="presParOf" srcId="{351995E7-35E5-41D6-B74E-E652EFA676BA}" destId="{7F24BC99-63A6-4583-8105-2706D6B5B876}" srcOrd="2" destOrd="0" presId="urn:microsoft.com/office/officeart/2018/2/layout/IconVerticalSolidList"/>
    <dgm:cxn modelId="{C1A6E2D6-4AD1-4E17-AECD-1BD5947EABBD}" type="presParOf" srcId="{351995E7-35E5-41D6-B74E-E652EFA676BA}" destId="{AC44740D-7865-439B-92CD-240F0A349F03}" srcOrd="3" destOrd="0" presId="urn:microsoft.com/office/officeart/2018/2/layout/IconVerticalSolidList"/>
    <dgm:cxn modelId="{E6FDA027-4DD2-4316-AB32-203A20AC5434}" type="presParOf" srcId="{33467581-A5C6-4237-B9DF-D1CA496F938F}" destId="{11040994-C697-4201-BE42-85EE43A49000}" srcOrd="1" destOrd="0" presId="urn:microsoft.com/office/officeart/2018/2/layout/IconVerticalSolidList"/>
    <dgm:cxn modelId="{15ED459C-C521-4485-97D5-66D3A65BB1E0}" type="presParOf" srcId="{33467581-A5C6-4237-B9DF-D1CA496F938F}" destId="{ECC6B86A-8D2A-49C1-A718-48C123539C2D}" srcOrd="2" destOrd="0" presId="urn:microsoft.com/office/officeart/2018/2/layout/IconVerticalSolidList"/>
    <dgm:cxn modelId="{E12D4773-4679-43BE-B4EB-27A717E93CAA}" type="presParOf" srcId="{ECC6B86A-8D2A-49C1-A718-48C123539C2D}" destId="{983E87A5-D2F9-41B1-A3D3-4CEDBACED4E1}" srcOrd="0" destOrd="0" presId="urn:microsoft.com/office/officeart/2018/2/layout/IconVerticalSolidList"/>
    <dgm:cxn modelId="{5EC1D97E-6377-431C-8742-77E701235712}" type="presParOf" srcId="{ECC6B86A-8D2A-49C1-A718-48C123539C2D}" destId="{5BFD92B3-2D45-4442-BACD-C9CB740B1511}" srcOrd="1" destOrd="0" presId="urn:microsoft.com/office/officeart/2018/2/layout/IconVerticalSolidList"/>
    <dgm:cxn modelId="{AF1EC7CA-CE22-414D-B5A9-27F9A27665DA}" type="presParOf" srcId="{ECC6B86A-8D2A-49C1-A718-48C123539C2D}" destId="{B09078C8-52AA-4E10-BF2B-6F4274AB26FF}" srcOrd="2" destOrd="0" presId="urn:microsoft.com/office/officeart/2018/2/layout/IconVerticalSolidList"/>
    <dgm:cxn modelId="{59A8A1B3-915C-40E7-9227-F41F329E34F2}" type="presParOf" srcId="{ECC6B86A-8D2A-49C1-A718-48C123539C2D}" destId="{F3284ADF-0071-499D-8E0B-ABF73BB5F139}" srcOrd="3" destOrd="0" presId="urn:microsoft.com/office/officeart/2018/2/layout/IconVerticalSolidList"/>
    <dgm:cxn modelId="{2EF16B22-4B35-4EA3-A22E-275260952B7C}" type="presParOf" srcId="{33467581-A5C6-4237-B9DF-D1CA496F938F}" destId="{BAF50F8E-212F-4A05-80BF-0D35C1C91468}" srcOrd="3" destOrd="0" presId="urn:microsoft.com/office/officeart/2018/2/layout/IconVerticalSolidList"/>
    <dgm:cxn modelId="{355D1053-A21E-42C4-B9FC-B18EC86720CB}" type="presParOf" srcId="{33467581-A5C6-4237-B9DF-D1CA496F938F}" destId="{B94FB5FA-0E1D-43F7-A978-B4FA950194A2}" srcOrd="4" destOrd="0" presId="urn:microsoft.com/office/officeart/2018/2/layout/IconVerticalSolidList"/>
    <dgm:cxn modelId="{D54BA21E-694B-4B5F-958B-916606F88806}" type="presParOf" srcId="{B94FB5FA-0E1D-43F7-A978-B4FA950194A2}" destId="{B6896ED3-BC5C-45AA-A37A-355626DE63AA}" srcOrd="0" destOrd="0" presId="urn:microsoft.com/office/officeart/2018/2/layout/IconVerticalSolidList"/>
    <dgm:cxn modelId="{AD9D3757-66A2-4D95-9FFC-D9ACBF52D585}" type="presParOf" srcId="{B94FB5FA-0E1D-43F7-A978-B4FA950194A2}" destId="{C420972C-C883-4B67-AE51-7195E33037A5}" srcOrd="1" destOrd="0" presId="urn:microsoft.com/office/officeart/2018/2/layout/IconVerticalSolidList"/>
    <dgm:cxn modelId="{BE7759E6-7CAE-4BB0-8C33-26896C7D2610}" type="presParOf" srcId="{B94FB5FA-0E1D-43F7-A978-B4FA950194A2}" destId="{964A4EC9-AB93-4E3B-8427-ECFD84F37A7E}" srcOrd="2" destOrd="0" presId="urn:microsoft.com/office/officeart/2018/2/layout/IconVerticalSolidList"/>
    <dgm:cxn modelId="{0D6BEB0B-EDE2-4B20-A699-F9DAB919756A}" type="presParOf" srcId="{B94FB5FA-0E1D-43F7-A978-B4FA950194A2}" destId="{2E7B22D3-7924-41FA-A944-AE0262E08AD6}" srcOrd="3" destOrd="0" presId="urn:microsoft.com/office/officeart/2018/2/layout/IconVerticalSolidList"/>
    <dgm:cxn modelId="{3A05B0F4-95F9-45EE-94CA-AC9532FC94C9}" type="presParOf" srcId="{33467581-A5C6-4237-B9DF-D1CA496F938F}" destId="{4F6B019C-3C29-469A-BA95-BF8854692425}" srcOrd="5" destOrd="0" presId="urn:microsoft.com/office/officeart/2018/2/layout/IconVerticalSolidList"/>
    <dgm:cxn modelId="{9477BC2A-15BB-4246-A7EF-6C97FBC76117}" type="presParOf" srcId="{33467581-A5C6-4237-B9DF-D1CA496F938F}" destId="{E5E2FAC7-2263-4C1A-BC42-6AD7A1783682}" srcOrd="6" destOrd="0" presId="urn:microsoft.com/office/officeart/2018/2/layout/IconVerticalSolidList"/>
    <dgm:cxn modelId="{AF249278-632C-415A-BC22-55A174918EFB}" type="presParOf" srcId="{E5E2FAC7-2263-4C1A-BC42-6AD7A1783682}" destId="{D356FB6C-AF3F-4808-85AA-9EAAE328FC24}" srcOrd="0" destOrd="0" presId="urn:microsoft.com/office/officeart/2018/2/layout/IconVerticalSolidList"/>
    <dgm:cxn modelId="{CC819B1A-A531-4B0E-B00C-93FBAEA81966}" type="presParOf" srcId="{E5E2FAC7-2263-4C1A-BC42-6AD7A1783682}" destId="{E00BF804-89AF-49F2-89FD-CEB9DEC64AC5}" srcOrd="1" destOrd="0" presId="urn:microsoft.com/office/officeart/2018/2/layout/IconVerticalSolidList"/>
    <dgm:cxn modelId="{F74CD8EA-290D-455F-B59E-41EF401C35F6}" type="presParOf" srcId="{E5E2FAC7-2263-4C1A-BC42-6AD7A1783682}" destId="{7CD5A283-F870-407A-93E5-982607B68628}" srcOrd="2" destOrd="0" presId="urn:microsoft.com/office/officeart/2018/2/layout/IconVerticalSolidList"/>
    <dgm:cxn modelId="{18594272-FD9F-44BD-9737-57C1B35CAC6F}" type="presParOf" srcId="{E5E2FAC7-2263-4C1A-BC42-6AD7A1783682}" destId="{6D8F19D3-BD31-40AC-BDA5-141F21675EA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110D015-7073-4828-8D48-8EC3F53CBB6E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A205047-AB90-482B-9165-E3C9E1968EA8}">
      <dgm:prSet/>
      <dgm:spPr/>
      <dgm:t>
        <a:bodyPr/>
        <a:lstStyle/>
        <a:p>
          <a:r>
            <a:rPr lang="es-ES"/>
            <a:t>Para poder realizar este proyecto estos son los procesos necesarios para poder desarrollarlo de forma eficiente:</a:t>
          </a:r>
          <a:endParaRPr lang="en-US"/>
        </a:p>
      </dgm:t>
    </dgm:pt>
    <dgm:pt modelId="{F30C5171-883A-4755-B285-F18BE5120189}" type="parTrans" cxnId="{A20A60AC-13C3-4DC6-B1D7-5017AB36A4D7}">
      <dgm:prSet/>
      <dgm:spPr/>
      <dgm:t>
        <a:bodyPr/>
        <a:lstStyle/>
        <a:p>
          <a:endParaRPr lang="en-US"/>
        </a:p>
      </dgm:t>
    </dgm:pt>
    <dgm:pt modelId="{8EC8FCF6-6D00-4645-BF8B-379B3D7AB92B}" type="sibTrans" cxnId="{A20A60AC-13C3-4DC6-B1D7-5017AB36A4D7}">
      <dgm:prSet/>
      <dgm:spPr/>
      <dgm:t>
        <a:bodyPr/>
        <a:lstStyle/>
        <a:p>
          <a:endParaRPr lang="en-US"/>
        </a:p>
      </dgm:t>
    </dgm:pt>
    <dgm:pt modelId="{D2682ECA-0BE1-4199-8023-7DFBDB49C91A}">
      <dgm:prSet/>
      <dgm:spPr/>
      <dgm:t>
        <a:bodyPr/>
        <a:lstStyle/>
        <a:p>
          <a:r>
            <a:rPr lang="es-ES"/>
            <a:t>Estudio del sistema a desarrollar </a:t>
          </a:r>
          <a:endParaRPr lang="en-US"/>
        </a:p>
      </dgm:t>
    </dgm:pt>
    <dgm:pt modelId="{A0B4021B-C492-4615-8E60-2A0BC427E4C9}" type="parTrans" cxnId="{C0E7B2D6-5F26-445A-8661-0F119A1DE943}">
      <dgm:prSet/>
      <dgm:spPr/>
      <dgm:t>
        <a:bodyPr/>
        <a:lstStyle/>
        <a:p>
          <a:endParaRPr lang="en-US"/>
        </a:p>
      </dgm:t>
    </dgm:pt>
    <dgm:pt modelId="{B9310EB1-FA89-43D2-9855-27316ABDC715}" type="sibTrans" cxnId="{C0E7B2D6-5F26-445A-8661-0F119A1DE943}">
      <dgm:prSet/>
      <dgm:spPr/>
      <dgm:t>
        <a:bodyPr/>
        <a:lstStyle/>
        <a:p>
          <a:endParaRPr lang="en-US"/>
        </a:p>
      </dgm:t>
    </dgm:pt>
    <dgm:pt modelId="{666299FA-7502-4076-8352-C5C2A2C04B4A}">
      <dgm:prSet/>
      <dgm:spPr/>
      <dgm:t>
        <a:bodyPr/>
        <a:lstStyle/>
        <a:p>
          <a:r>
            <a:rPr lang="es-ES"/>
            <a:t>Requisitos </a:t>
          </a:r>
          <a:endParaRPr lang="en-US"/>
        </a:p>
      </dgm:t>
    </dgm:pt>
    <dgm:pt modelId="{0AB3D379-5793-451D-845F-B71C38441561}" type="parTrans" cxnId="{3B86AA9E-DD53-4205-95F9-21DBCE661932}">
      <dgm:prSet/>
      <dgm:spPr/>
      <dgm:t>
        <a:bodyPr/>
        <a:lstStyle/>
        <a:p>
          <a:endParaRPr lang="en-US"/>
        </a:p>
      </dgm:t>
    </dgm:pt>
    <dgm:pt modelId="{947B81C5-BA5D-4F2E-A5A7-7A6EFE130E90}" type="sibTrans" cxnId="{3B86AA9E-DD53-4205-95F9-21DBCE661932}">
      <dgm:prSet/>
      <dgm:spPr/>
      <dgm:t>
        <a:bodyPr/>
        <a:lstStyle/>
        <a:p>
          <a:endParaRPr lang="en-US"/>
        </a:p>
      </dgm:t>
    </dgm:pt>
    <dgm:pt modelId="{BF2D7079-570F-4F73-BDC8-5D472E3C6AB2}">
      <dgm:prSet/>
      <dgm:spPr/>
      <dgm:t>
        <a:bodyPr/>
        <a:lstStyle/>
        <a:p>
          <a:r>
            <a:rPr lang="es-ES"/>
            <a:t>Diseño</a:t>
          </a:r>
          <a:endParaRPr lang="en-US"/>
        </a:p>
      </dgm:t>
    </dgm:pt>
    <dgm:pt modelId="{B6D87DC8-8157-445E-AA1C-24C4B68A883D}" type="parTrans" cxnId="{21240CDD-637E-40A7-956D-DAD16E92916F}">
      <dgm:prSet/>
      <dgm:spPr/>
      <dgm:t>
        <a:bodyPr/>
        <a:lstStyle/>
        <a:p>
          <a:endParaRPr lang="en-US"/>
        </a:p>
      </dgm:t>
    </dgm:pt>
    <dgm:pt modelId="{401F55E3-AD68-4F24-901C-5136BB1F160E}" type="sibTrans" cxnId="{21240CDD-637E-40A7-956D-DAD16E92916F}">
      <dgm:prSet/>
      <dgm:spPr/>
      <dgm:t>
        <a:bodyPr/>
        <a:lstStyle/>
        <a:p>
          <a:endParaRPr lang="en-US"/>
        </a:p>
      </dgm:t>
    </dgm:pt>
    <dgm:pt modelId="{12A4796C-E896-46F0-94EF-E908F650B9A4}">
      <dgm:prSet/>
      <dgm:spPr/>
      <dgm:t>
        <a:bodyPr/>
        <a:lstStyle/>
        <a:p>
          <a:r>
            <a:rPr lang="es-ES"/>
            <a:t>Desarrollo</a:t>
          </a:r>
          <a:endParaRPr lang="en-US"/>
        </a:p>
      </dgm:t>
    </dgm:pt>
    <dgm:pt modelId="{143AF822-FBA1-4AEE-B4D6-1BF117CDEA1A}" type="parTrans" cxnId="{B4434E65-EB9C-44B6-9425-BC06B5EA69A7}">
      <dgm:prSet/>
      <dgm:spPr/>
      <dgm:t>
        <a:bodyPr/>
        <a:lstStyle/>
        <a:p>
          <a:endParaRPr lang="en-US"/>
        </a:p>
      </dgm:t>
    </dgm:pt>
    <dgm:pt modelId="{0FD03041-1C5D-45F2-975A-EFB35AEDC323}" type="sibTrans" cxnId="{B4434E65-EB9C-44B6-9425-BC06B5EA69A7}">
      <dgm:prSet/>
      <dgm:spPr/>
      <dgm:t>
        <a:bodyPr/>
        <a:lstStyle/>
        <a:p>
          <a:endParaRPr lang="en-US"/>
        </a:p>
      </dgm:t>
    </dgm:pt>
    <dgm:pt modelId="{96F31B1E-9FE7-4619-B730-7CC6E6F7F92E}">
      <dgm:prSet/>
      <dgm:spPr/>
      <dgm:t>
        <a:bodyPr/>
        <a:lstStyle/>
        <a:p>
          <a:r>
            <a:rPr lang="es-ES"/>
            <a:t>Pruebas</a:t>
          </a:r>
          <a:endParaRPr lang="en-US"/>
        </a:p>
      </dgm:t>
    </dgm:pt>
    <dgm:pt modelId="{6650D659-4CDC-4624-AAC5-AF92B742D502}" type="parTrans" cxnId="{FBDF61E0-F823-4323-AEA4-5A98A30C95CE}">
      <dgm:prSet/>
      <dgm:spPr/>
      <dgm:t>
        <a:bodyPr/>
        <a:lstStyle/>
        <a:p>
          <a:endParaRPr lang="en-US"/>
        </a:p>
      </dgm:t>
    </dgm:pt>
    <dgm:pt modelId="{15D18B2B-8597-4E27-9BD9-E861DC11C835}" type="sibTrans" cxnId="{FBDF61E0-F823-4323-AEA4-5A98A30C95CE}">
      <dgm:prSet/>
      <dgm:spPr/>
      <dgm:t>
        <a:bodyPr/>
        <a:lstStyle/>
        <a:p>
          <a:endParaRPr lang="en-US"/>
        </a:p>
      </dgm:t>
    </dgm:pt>
    <dgm:pt modelId="{EED683C1-C5C5-4609-A4FA-8BB60CB3BD02}">
      <dgm:prSet/>
      <dgm:spPr/>
      <dgm:t>
        <a:bodyPr/>
        <a:lstStyle/>
        <a:p>
          <a:r>
            <a:rPr lang="es-ES"/>
            <a:t>Instalación del software </a:t>
          </a:r>
          <a:endParaRPr lang="en-US"/>
        </a:p>
      </dgm:t>
    </dgm:pt>
    <dgm:pt modelId="{A89189CC-59EA-419D-8C95-5343CF903A5E}" type="parTrans" cxnId="{E459D2F8-65EB-4787-9F1D-AD830431C2E7}">
      <dgm:prSet/>
      <dgm:spPr/>
      <dgm:t>
        <a:bodyPr/>
        <a:lstStyle/>
        <a:p>
          <a:endParaRPr lang="en-US"/>
        </a:p>
      </dgm:t>
    </dgm:pt>
    <dgm:pt modelId="{72D67B16-C774-4B4E-9787-7EBEC4BE3230}" type="sibTrans" cxnId="{E459D2F8-65EB-4787-9F1D-AD830431C2E7}">
      <dgm:prSet/>
      <dgm:spPr/>
      <dgm:t>
        <a:bodyPr/>
        <a:lstStyle/>
        <a:p>
          <a:endParaRPr lang="en-US"/>
        </a:p>
      </dgm:t>
    </dgm:pt>
    <dgm:pt modelId="{AC0F3A68-96CA-4163-ADBC-52E4F535963A}">
      <dgm:prSet/>
      <dgm:spPr/>
      <dgm:t>
        <a:bodyPr/>
        <a:lstStyle/>
        <a:p>
          <a:r>
            <a:rPr lang="es-ES"/>
            <a:t>Lanzamiento de sistema </a:t>
          </a:r>
          <a:endParaRPr lang="en-US"/>
        </a:p>
      </dgm:t>
    </dgm:pt>
    <dgm:pt modelId="{621B0CE0-6B25-44AF-A6BA-3CC70FEC6931}" type="parTrans" cxnId="{3BC8A142-0B5F-4B2A-80C7-84448D2C612B}">
      <dgm:prSet/>
      <dgm:spPr/>
      <dgm:t>
        <a:bodyPr/>
        <a:lstStyle/>
        <a:p>
          <a:endParaRPr lang="en-US"/>
        </a:p>
      </dgm:t>
    </dgm:pt>
    <dgm:pt modelId="{9D63BFB4-7F4F-4E2B-8743-0B9ACD293B4A}" type="sibTrans" cxnId="{3BC8A142-0B5F-4B2A-80C7-84448D2C612B}">
      <dgm:prSet/>
      <dgm:spPr/>
      <dgm:t>
        <a:bodyPr/>
        <a:lstStyle/>
        <a:p>
          <a:endParaRPr lang="en-US"/>
        </a:p>
      </dgm:t>
    </dgm:pt>
    <dgm:pt modelId="{7044F1AD-C684-415C-A7C2-F809E6569E36}">
      <dgm:prSet/>
      <dgm:spPr/>
      <dgm:t>
        <a:bodyPr/>
        <a:lstStyle/>
        <a:p>
          <a:r>
            <a:rPr lang="es-ES"/>
            <a:t>Reunión semanal </a:t>
          </a:r>
          <a:br>
            <a:rPr lang="es-ES"/>
          </a:br>
          <a:endParaRPr lang="en-US"/>
        </a:p>
      </dgm:t>
    </dgm:pt>
    <dgm:pt modelId="{DD46DCAD-92CA-449A-B554-952B199A14A8}" type="parTrans" cxnId="{20184C1E-EA57-4606-BBDA-60A1A7525B2E}">
      <dgm:prSet/>
      <dgm:spPr/>
      <dgm:t>
        <a:bodyPr/>
        <a:lstStyle/>
        <a:p>
          <a:endParaRPr lang="en-US"/>
        </a:p>
      </dgm:t>
    </dgm:pt>
    <dgm:pt modelId="{2E1B4F8C-3D59-4E06-938B-7EA9418273FA}" type="sibTrans" cxnId="{20184C1E-EA57-4606-BBDA-60A1A7525B2E}">
      <dgm:prSet/>
      <dgm:spPr/>
      <dgm:t>
        <a:bodyPr/>
        <a:lstStyle/>
        <a:p>
          <a:endParaRPr lang="en-US"/>
        </a:p>
      </dgm:t>
    </dgm:pt>
    <dgm:pt modelId="{D872EDB9-7718-409D-8C4D-5C51B4C840F4}" type="pres">
      <dgm:prSet presAssocID="{9110D015-7073-4828-8D48-8EC3F53CBB6E}" presName="linear" presStyleCnt="0">
        <dgm:presLayoutVars>
          <dgm:animLvl val="lvl"/>
          <dgm:resizeHandles val="exact"/>
        </dgm:presLayoutVars>
      </dgm:prSet>
      <dgm:spPr/>
    </dgm:pt>
    <dgm:pt modelId="{E5B266FE-21EC-40BC-9B22-D9886195E3CA}" type="pres">
      <dgm:prSet presAssocID="{DA205047-AB90-482B-9165-E3C9E1968EA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E50B6F8-A6B3-4F85-996D-0D0B9AB89E9B}" type="pres">
      <dgm:prSet presAssocID="{DA205047-AB90-482B-9165-E3C9E1968EA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0B93E11-3219-4264-BF91-4E44029C379D}" type="presOf" srcId="{EED683C1-C5C5-4609-A4FA-8BB60CB3BD02}" destId="{8E50B6F8-A6B3-4F85-996D-0D0B9AB89E9B}" srcOrd="0" destOrd="5" presId="urn:microsoft.com/office/officeart/2005/8/layout/vList2"/>
    <dgm:cxn modelId="{20184C1E-EA57-4606-BBDA-60A1A7525B2E}" srcId="{DA205047-AB90-482B-9165-E3C9E1968EA8}" destId="{7044F1AD-C684-415C-A7C2-F809E6569E36}" srcOrd="7" destOrd="0" parTransId="{DD46DCAD-92CA-449A-B554-952B199A14A8}" sibTransId="{2E1B4F8C-3D59-4E06-938B-7EA9418273FA}"/>
    <dgm:cxn modelId="{3A7FD235-AAB9-4788-A896-D5152070723C}" type="presOf" srcId="{12A4796C-E896-46F0-94EF-E908F650B9A4}" destId="{8E50B6F8-A6B3-4F85-996D-0D0B9AB89E9B}" srcOrd="0" destOrd="3" presId="urn:microsoft.com/office/officeart/2005/8/layout/vList2"/>
    <dgm:cxn modelId="{3BC8A142-0B5F-4B2A-80C7-84448D2C612B}" srcId="{DA205047-AB90-482B-9165-E3C9E1968EA8}" destId="{AC0F3A68-96CA-4163-ADBC-52E4F535963A}" srcOrd="6" destOrd="0" parTransId="{621B0CE0-6B25-44AF-A6BA-3CC70FEC6931}" sibTransId="{9D63BFB4-7F4F-4E2B-8743-0B9ACD293B4A}"/>
    <dgm:cxn modelId="{B4434E65-EB9C-44B6-9425-BC06B5EA69A7}" srcId="{DA205047-AB90-482B-9165-E3C9E1968EA8}" destId="{12A4796C-E896-46F0-94EF-E908F650B9A4}" srcOrd="3" destOrd="0" parTransId="{143AF822-FBA1-4AEE-B4D6-1BF117CDEA1A}" sibTransId="{0FD03041-1C5D-45F2-975A-EFB35AEDC323}"/>
    <dgm:cxn modelId="{35AAD267-BD18-4E62-AC47-48F30F30BA10}" type="presOf" srcId="{9110D015-7073-4828-8D48-8EC3F53CBB6E}" destId="{D872EDB9-7718-409D-8C4D-5C51B4C840F4}" srcOrd="0" destOrd="0" presId="urn:microsoft.com/office/officeart/2005/8/layout/vList2"/>
    <dgm:cxn modelId="{B6367E55-3EA9-42F5-9952-0DD83B52AC8C}" type="presOf" srcId="{D2682ECA-0BE1-4199-8023-7DFBDB49C91A}" destId="{8E50B6F8-A6B3-4F85-996D-0D0B9AB89E9B}" srcOrd="0" destOrd="0" presId="urn:microsoft.com/office/officeart/2005/8/layout/vList2"/>
    <dgm:cxn modelId="{6CA3E15A-1783-44CB-ADB6-9E31D9F17E8A}" type="presOf" srcId="{BF2D7079-570F-4F73-BDC8-5D472E3C6AB2}" destId="{8E50B6F8-A6B3-4F85-996D-0D0B9AB89E9B}" srcOrd="0" destOrd="2" presId="urn:microsoft.com/office/officeart/2005/8/layout/vList2"/>
    <dgm:cxn modelId="{4E3A887E-BB8E-46CE-AC16-2342970B1B48}" type="presOf" srcId="{AC0F3A68-96CA-4163-ADBC-52E4F535963A}" destId="{8E50B6F8-A6B3-4F85-996D-0D0B9AB89E9B}" srcOrd="0" destOrd="6" presId="urn:microsoft.com/office/officeart/2005/8/layout/vList2"/>
    <dgm:cxn modelId="{FC2F4F87-DD11-4976-8D7D-11F29393F4AB}" type="presOf" srcId="{7044F1AD-C684-415C-A7C2-F809E6569E36}" destId="{8E50B6F8-A6B3-4F85-996D-0D0B9AB89E9B}" srcOrd="0" destOrd="7" presId="urn:microsoft.com/office/officeart/2005/8/layout/vList2"/>
    <dgm:cxn modelId="{0706349B-ADFD-42BD-A9EB-42F116222DE7}" type="presOf" srcId="{96F31B1E-9FE7-4619-B730-7CC6E6F7F92E}" destId="{8E50B6F8-A6B3-4F85-996D-0D0B9AB89E9B}" srcOrd="0" destOrd="4" presId="urn:microsoft.com/office/officeart/2005/8/layout/vList2"/>
    <dgm:cxn modelId="{3B86AA9E-DD53-4205-95F9-21DBCE661932}" srcId="{DA205047-AB90-482B-9165-E3C9E1968EA8}" destId="{666299FA-7502-4076-8352-C5C2A2C04B4A}" srcOrd="1" destOrd="0" parTransId="{0AB3D379-5793-451D-845F-B71C38441561}" sibTransId="{947B81C5-BA5D-4F2E-A5A7-7A6EFE130E90}"/>
    <dgm:cxn modelId="{A20A60AC-13C3-4DC6-B1D7-5017AB36A4D7}" srcId="{9110D015-7073-4828-8D48-8EC3F53CBB6E}" destId="{DA205047-AB90-482B-9165-E3C9E1968EA8}" srcOrd="0" destOrd="0" parTransId="{F30C5171-883A-4755-B285-F18BE5120189}" sibTransId="{8EC8FCF6-6D00-4645-BF8B-379B3D7AB92B}"/>
    <dgm:cxn modelId="{932AC7AD-D047-42CC-841D-A76F86E7E6BE}" type="presOf" srcId="{DA205047-AB90-482B-9165-E3C9E1968EA8}" destId="{E5B266FE-21EC-40BC-9B22-D9886195E3CA}" srcOrd="0" destOrd="0" presId="urn:microsoft.com/office/officeart/2005/8/layout/vList2"/>
    <dgm:cxn modelId="{5BB7E4D1-7055-42D5-86D1-A73FE2E50943}" type="presOf" srcId="{666299FA-7502-4076-8352-C5C2A2C04B4A}" destId="{8E50B6F8-A6B3-4F85-996D-0D0B9AB89E9B}" srcOrd="0" destOrd="1" presId="urn:microsoft.com/office/officeart/2005/8/layout/vList2"/>
    <dgm:cxn modelId="{C0E7B2D6-5F26-445A-8661-0F119A1DE943}" srcId="{DA205047-AB90-482B-9165-E3C9E1968EA8}" destId="{D2682ECA-0BE1-4199-8023-7DFBDB49C91A}" srcOrd="0" destOrd="0" parTransId="{A0B4021B-C492-4615-8E60-2A0BC427E4C9}" sibTransId="{B9310EB1-FA89-43D2-9855-27316ABDC715}"/>
    <dgm:cxn modelId="{21240CDD-637E-40A7-956D-DAD16E92916F}" srcId="{DA205047-AB90-482B-9165-E3C9E1968EA8}" destId="{BF2D7079-570F-4F73-BDC8-5D472E3C6AB2}" srcOrd="2" destOrd="0" parTransId="{B6D87DC8-8157-445E-AA1C-24C4B68A883D}" sibTransId="{401F55E3-AD68-4F24-901C-5136BB1F160E}"/>
    <dgm:cxn modelId="{FBDF61E0-F823-4323-AEA4-5A98A30C95CE}" srcId="{DA205047-AB90-482B-9165-E3C9E1968EA8}" destId="{96F31B1E-9FE7-4619-B730-7CC6E6F7F92E}" srcOrd="4" destOrd="0" parTransId="{6650D659-4CDC-4624-AAC5-AF92B742D502}" sibTransId="{15D18B2B-8597-4E27-9BD9-E861DC11C835}"/>
    <dgm:cxn modelId="{E459D2F8-65EB-4787-9F1D-AD830431C2E7}" srcId="{DA205047-AB90-482B-9165-E3C9E1968EA8}" destId="{EED683C1-C5C5-4609-A4FA-8BB60CB3BD02}" srcOrd="5" destOrd="0" parTransId="{A89189CC-59EA-419D-8C95-5343CF903A5E}" sibTransId="{72D67B16-C774-4B4E-9787-7EBEC4BE3230}"/>
    <dgm:cxn modelId="{CDE59A30-AF73-44B0-B7C4-FC9DDD7F2D1F}" type="presParOf" srcId="{D872EDB9-7718-409D-8C4D-5C51B4C840F4}" destId="{E5B266FE-21EC-40BC-9B22-D9886195E3CA}" srcOrd="0" destOrd="0" presId="urn:microsoft.com/office/officeart/2005/8/layout/vList2"/>
    <dgm:cxn modelId="{61FB23D2-B071-42CA-87C1-5D4C0A82F63E}" type="presParOf" srcId="{D872EDB9-7718-409D-8C4D-5C51B4C840F4}" destId="{8E50B6F8-A6B3-4F85-996D-0D0B9AB89E9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12B5D5F-D030-4DDB-9CDC-14AE03199E18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5D16A03-A9C4-4F2A-A4B7-63D9D20A0F35}">
      <dgm:prSet/>
      <dgm:spPr/>
      <dgm:t>
        <a:bodyPr/>
        <a:lstStyle/>
        <a:p>
          <a:r>
            <a:rPr lang="es-ES"/>
            <a:t>Después de las fases anteriormente citadas se realiza un entregable con informes y/o archivos de cada una de estas:</a:t>
          </a:r>
          <a:endParaRPr lang="en-US"/>
        </a:p>
      </dgm:t>
    </dgm:pt>
    <dgm:pt modelId="{2129F627-0B4F-4089-8878-2423ED7F78D5}" type="parTrans" cxnId="{992DA695-761F-4F67-8055-B2DF01B6D553}">
      <dgm:prSet/>
      <dgm:spPr/>
      <dgm:t>
        <a:bodyPr/>
        <a:lstStyle/>
        <a:p>
          <a:endParaRPr lang="en-US"/>
        </a:p>
      </dgm:t>
    </dgm:pt>
    <dgm:pt modelId="{3F2A8FBD-3967-449E-B92E-470065EACDBC}" type="sibTrans" cxnId="{992DA695-761F-4F67-8055-B2DF01B6D553}">
      <dgm:prSet/>
      <dgm:spPr/>
      <dgm:t>
        <a:bodyPr/>
        <a:lstStyle/>
        <a:p>
          <a:endParaRPr lang="en-US"/>
        </a:p>
      </dgm:t>
    </dgm:pt>
    <dgm:pt modelId="{F2001F83-6860-48DC-81A0-4F39DDD5C647}">
      <dgm:prSet/>
      <dgm:spPr/>
      <dgm:t>
        <a:bodyPr/>
        <a:lstStyle/>
        <a:p>
          <a:r>
            <a:rPr lang="es-ES"/>
            <a:t>Estudio sistema a desarrollar</a:t>
          </a:r>
          <a:endParaRPr lang="en-US"/>
        </a:p>
      </dgm:t>
    </dgm:pt>
    <dgm:pt modelId="{CE33DC33-FC71-42D2-A84B-E48FCA62E64C}" type="parTrans" cxnId="{01B1A490-7581-443A-92D5-14B6937BA4FD}">
      <dgm:prSet/>
      <dgm:spPr/>
      <dgm:t>
        <a:bodyPr/>
        <a:lstStyle/>
        <a:p>
          <a:endParaRPr lang="en-US"/>
        </a:p>
      </dgm:t>
    </dgm:pt>
    <dgm:pt modelId="{6F9E9960-E3A7-410F-8D45-4A39FD766781}" type="sibTrans" cxnId="{01B1A490-7581-443A-92D5-14B6937BA4FD}">
      <dgm:prSet/>
      <dgm:spPr/>
      <dgm:t>
        <a:bodyPr/>
        <a:lstStyle/>
        <a:p>
          <a:endParaRPr lang="en-US"/>
        </a:p>
      </dgm:t>
    </dgm:pt>
    <dgm:pt modelId="{E480ADD6-A10D-418D-BB64-83825BAA5362}">
      <dgm:prSet/>
      <dgm:spPr/>
      <dgm:t>
        <a:bodyPr/>
        <a:lstStyle/>
        <a:p>
          <a:r>
            <a:rPr lang="es-ES"/>
            <a:t>Requisitos</a:t>
          </a:r>
          <a:endParaRPr lang="en-US"/>
        </a:p>
      </dgm:t>
    </dgm:pt>
    <dgm:pt modelId="{569C2998-20E7-46AB-ACD3-880918CB6AE1}" type="parTrans" cxnId="{48C79136-2F19-4470-B2CF-4D729EC4566C}">
      <dgm:prSet/>
      <dgm:spPr/>
      <dgm:t>
        <a:bodyPr/>
        <a:lstStyle/>
        <a:p>
          <a:endParaRPr lang="en-US"/>
        </a:p>
      </dgm:t>
    </dgm:pt>
    <dgm:pt modelId="{C10943FF-9E7F-4963-8167-EA8D7DAE240F}" type="sibTrans" cxnId="{48C79136-2F19-4470-B2CF-4D729EC4566C}">
      <dgm:prSet/>
      <dgm:spPr/>
      <dgm:t>
        <a:bodyPr/>
        <a:lstStyle/>
        <a:p>
          <a:endParaRPr lang="en-US"/>
        </a:p>
      </dgm:t>
    </dgm:pt>
    <dgm:pt modelId="{D0294DEB-B7F9-4CF0-B10D-F6076A57B9C5}">
      <dgm:prSet/>
      <dgm:spPr/>
      <dgm:t>
        <a:bodyPr/>
        <a:lstStyle/>
        <a:p>
          <a:r>
            <a:rPr lang="es-ES"/>
            <a:t>Diseño</a:t>
          </a:r>
          <a:endParaRPr lang="en-US"/>
        </a:p>
      </dgm:t>
    </dgm:pt>
    <dgm:pt modelId="{949AC912-AF29-4BF7-B425-7EF20B8F8788}" type="parTrans" cxnId="{6498E83C-4792-4353-AB74-1E64EA31E06C}">
      <dgm:prSet/>
      <dgm:spPr/>
      <dgm:t>
        <a:bodyPr/>
        <a:lstStyle/>
        <a:p>
          <a:endParaRPr lang="en-US"/>
        </a:p>
      </dgm:t>
    </dgm:pt>
    <dgm:pt modelId="{AFBB35B6-7515-403C-9E52-27518563AB5B}" type="sibTrans" cxnId="{6498E83C-4792-4353-AB74-1E64EA31E06C}">
      <dgm:prSet/>
      <dgm:spPr/>
      <dgm:t>
        <a:bodyPr/>
        <a:lstStyle/>
        <a:p>
          <a:endParaRPr lang="en-US"/>
        </a:p>
      </dgm:t>
    </dgm:pt>
    <dgm:pt modelId="{800C921F-8510-4F41-A11D-6F86A850DB7D}">
      <dgm:prSet/>
      <dgm:spPr/>
      <dgm:t>
        <a:bodyPr/>
        <a:lstStyle/>
        <a:p>
          <a:r>
            <a:rPr lang="es-ES"/>
            <a:t>Desarrollo</a:t>
          </a:r>
          <a:endParaRPr lang="en-US"/>
        </a:p>
      </dgm:t>
    </dgm:pt>
    <dgm:pt modelId="{532A29A1-963D-4690-A197-7D16F99D9C1E}" type="parTrans" cxnId="{D390D4FE-C2A5-43DE-B7F5-B268422F5E18}">
      <dgm:prSet/>
      <dgm:spPr/>
      <dgm:t>
        <a:bodyPr/>
        <a:lstStyle/>
        <a:p>
          <a:endParaRPr lang="en-US"/>
        </a:p>
      </dgm:t>
    </dgm:pt>
    <dgm:pt modelId="{C29C5699-9E70-4CB2-907A-40AF1C85A22F}" type="sibTrans" cxnId="{D390D4FE-C2A5-43DE-B7F5-B268422F5E18}">
      <dgm:prSet/>
      <dgm:spPr/>
      <dgm:t>
        <a:bodyPr/>
        <a:lstStyle/>
        <a:p>
          <a:endParaRPr lang="en-US"/>
        </a:p>
      </dgm:t>
    </dgm:pt>
    <dgm:pt modelId="{5D52AB5E-7A3C-4A57-B41A-FECBB16B27F6}">
      <dgm:prSet/>
      <dgm:spPr/>
      <dgm:t>
        <a:bodyPr/>
        <a:lstStyle/>
        <a:p>
          <a:r>
            <a:rPr lang="es-ES"/>
            <a:t>Pruebas</a:t>
          </a:r>
          <a:endParaRPr lang="en-US"/>
        </a:p>
      </dgm:t>
    </dgm:pt>
    <dgm:pt modelId="{A15BFE52-E4E5-4C81-A41F-A672BEA48186}" type="parTrans" cxnId="{D0909F62-B767-45E8-8B92-F67165511169}">
      <dgm:prSet/>
      <dgm:spPr/>
      <dgm:t>
        <a:bodyPr/>
        <a:lstStyle/>
        <a:p>
          <a:endParaRPr lang="en-US"/>
        </a:p>
      </dgm:t>
    </dgm:pt>
    <dgm:pt modelId="{3A44DA9F-034D-4B9B-82E1-5A909027BD60}" type="sibTrans" cxnId="{D0909F62-B767-45E8-8B92-F67165511169}">
      <dgm:prSet/>
      <dgm:spPr/>
      <dgm:t>
        <a:bodyPr/>
        <a:lstStyle/>
        <a:p>
          <a:endParaRPr lang="en-US"/>
        </a:p>
      </dgm:t>
    </dgm:pt>
    <dgm:pt modelId="{134BCEA8-87DA-4106-9AC6-5991632B4D3F}">
      <dgm:prSet/>
      <dgm:spPr/>
      <dgm:t>
        <a:bodyPr/>
        <a:lstStyle/>
        <a:p>
          <a:r>
            <a:rPr lang="es-ES"/>
            <a:t>Instalación del software</a:t>
          </a:r>
          <a:endParaRPr lang="en-US"/>
        </a:p>
      </dgm:t>
    </dgm:pt>
    <dgm:pt modelId="{E9720042-65A8-4B89-BFFB-2558C0178751}" type="parTrans" cxnId="{F740546E-E309-419F-9046-FCFC2BE0FFC9}">
      <dgm:prSet/>
      <dgm:spPr/>
      <dgm:t>
        <a:bodyPr/>
        <a:lstStyle/>
        <a:p>
          <a:endParaRPr lang="en-US"/>
        </a:p>
      </dgm:t>
    </dgm:pt>
    <dgm:pt modelId="{3A6F7C65-135D-45E7-BED5-2C2BE4FCA205}" type="sibTrans" cxnId="{F740546E-E309-419F-9046-FCFC2BE0FFC9}">
      <dgm:prSet/>
      <dgm:spPr/>
      <dgm:t>
        <a:bodyPr/>
        <a:lstStyle/>
        <a:p>
          <a:endParaRPr lang="en-US"/>
        </a:p>
      </dgm:t>
    </dgm:pt>
    <dgm:pt modelId="{A3B03991-6C4B-4D9B-8E0B-F0CB7F76647B}">
      <dgm:prSet/>
      <dgm:spPr/>
      <dgm:t>
        <a:bodyPr/>
        <a:lstStyle/>
        <a:p>
          <a:r>
            <a:rPr lang="es-ES"/>
            <a:t>Lanzamiento del sistema</a:t>
          </a:r>
          <a:endParaRPr lang="en-US"/>
        </a:p>
      </dgm:t>
    </dgm:pt>
    <dgm:pt modelId="{4301EBFD-BD9D-4374-9BF8-070606CA7E2D}" type="parTrans" cxnId="{70FEECD5-EA8F-4F1B-9752-056AF5D1D4ED}">
      <dgm:prSet/>
      <dgm:spPr/>
      <dgm:t>
        <a:bodyPr/>
        <a:lstStyle/>
        <a:p>
          <a:endParaRPr lang="en-US"/>
        </a:p>
      </dgm:t>
    </dgm:pt>
    <dgm:pt modelId="{EC11E515-31D7-4287-82DE-215A8A83D0FC}" type="sibTrans" cxnId="{70FEECD5-EA8F-4F1B-9752-056AF5D1D4ED}">
      <dgm:prSet/>
      <dgm:spPr/>
      <dgm:t>
        <a:bodyPr/>
        <a:lstStyle/>
        <a:p>
          <a:endParaRPr lang="en-US"/>
        </a:p>
      </dgm:t>
    </dgm:pt>
    <dgm:pt modelId="{44DF82CE-F4D7-4708-A92D-0E654A9A6717}">
      <dgm:prSet/>
      <dgm:spPr/>
      <dgm:t>
        <a:bodyPr/>
        <a:lstStyle/>
        <a:p>
          <a:r>
            <a:rPr lang="es-ES"/>
            <a:t>Reunión semanal</a:t>
          </a:r>
          <a:endParaRPr lang="en-US"/>
        </a:p>
      </dgm:t>
    </dgm:pt>
    <dgm:pt modelId="{98918F55-625B-4749-BF2D-A2008E085AF3}" type="parTrans" cxnId="{72996B28-436A-4FAB-A56D-C5BC35461889}">
      <dgm:prSet/>
      <dgm:spPr/>
      <dgm:t>
        <a:bodyPr/>
        <a:lstStyle/>
        <a:p>
          <a:endParaRPr lang="en-US"/>
        </a:p>
      </dgm:t>
    </dgm:pt>
    <dgm:pt modelId="{46499A51-F6DA-48F5-9788-F8921C07AC26}" type="sibTrans" cxnId="{72996B28-436A-4FAB-A56D-C5BC35461889}">
      <dgm:prSet/>
      <dgm:spPr/>
      <dgm:t>
        <a:bodyPr/>
        <a:lstStyle/>
        <a:p>
          <a:endParaRPr lang="en-US"/>
        </a:p>
      </dgm:t>
    </dgm:pt>
    <dgm:pt modelId="{D8F70FDB-17BF-40BE-9545-567754E51B1F}" type="pres">
      <dgm:prSet presAssocID="{B12B5D5F-D030-4DDB-9CDC-14AE03199E18}" presName="linear" presStyleCnt="0">
        <dgm:presLayoutVars>
          <dgm:animLvl val="lvl"/>
          <dgm:resizeHandles val="exact"/>
        </dgm:presLayoutVars>
      </dgm:prSet>
      <dgm:spPr/>
    </dgm:pt>
    <dgm:pt modelId="{F936EAFA-B203-487E-94AF-1DF771755DA1}" type="pres">
      <dgm:prSet presAssocID="{E5D16A03-A9C4-4F2A-A4B7-63D9D20A0F3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53249B8-CC07-4880-AF51-C40A3E5819EF}" type="pres">
      <dgm:prSet presAssocID="{E5D16A03-A9C4-4F2A-A4B7-63D9D20A0F3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2638F08-3077-43D3-A64C-819A894CC6C0}" type="presOf" srcId="{F2001F83-6860-48DC-81A0-4F39DDD5C647}" destId="{D53249B8-CC07-4880-AF51-C40A3E5819EF}" srcOrd="0" destOrd="0" presId="urn:microsoft.com/office/officeart/2005/8/layout/vList2"/>
    <dgm:cxn modelId="{8ABAE10E-6079-4817-A424-B8155EFB9ECE}" type="presOf" srcId="{800C921F-8510-4F41-A11D-6F86A850DB7D}" destId="{D53249B8-CC07-4880-AF51-C40A3E5819EF}" srcOrd="0" destOrd="3" presId="urn:microsoft.com/office/officeart/2005/8/layout/vList2"/>
    <dgm:cxn modelId="{2C93E30E-10B7-4E4F-A5B1-96E81AA46DBB}" type="presOf" srcId="{A3B03991-6C4B-4D9B-8E0B-F0CB7F76647B}" destId="{D53249B8-CC07-4880-AF51-C40A3E5819EF}" srcOrd="0" destOrd="6" presId="urn:microsoft.com/office/officeart/2005/8/layout/vList2"/>
    <dgm:cxn modelId="{17575D10-0B2E-44EE-AF1B-E8897BEBF617}" type="presOf" srcId="{E5D16A03-A9C4-4F2A-A4B7-63D9D20A0F35}" destId="{F936EAFA-B203-487E-94AF-1DF771755DA1}" srcOrd="0" destOrd="0" presId="urn:microsoft.com/office/officeart/2005/8/layout/vList2"/>
    <dgm:cxn modelId="{A516CE22-8866-4964-B095-863FC7733D18}" type="presOf" srcId="{D0294DEB-B7F9-4CF0-B10D-F6076A57B9C5}" destId="{D53249B8-CC07-4880-AF51-C40A3E5819EF}" srcOrd="0" destOrd="2" presId="urn:microsoft.com/office/officeart/2005/8/layout/vList2"/>
    <dgm:cxn modelId="{72996B28-436A-4FAB-A56D-C5BC35461889}" srcId="{E5D16A03-A9C4-4F2A-A4B7-63D9D20A0F35}" destId="{44DF82CE-F4D7-4708-A92D-0E654A9A6717}" srcOrd="7" destOrd="0" parTransId="{98918F55-625B-4749-BF2D-A2008E085AF3}" sibTransId="{46499A51-F6DA-48F5-9788-F8921C07AC26}"/>
    <dgm:cxn modelId="{48C79136-2F19-4470-B2CF-4D729EC4566C}" srcId="{E5D16A03-A9C4-4F2A-A4B7-63D9D20A0F35}" destId="{E480ADD6-A10D-418D-BB64-83825BAA5362}" srcOrd="1" destOrd="0" parTransId="{569C2998-20E7-46AB-ACD3-880918CB6AE1}" sibTransId="{C10943FF-9E7F-4963-8167-EA8D7DAE240F}"/>
    <dgm:cxn modelId="{6498E83C-4792-4353-AB74-1E64EA31E06C}" srcId="{E5D16A03-A9C4-4F2A-A4B7-63D9D20A0F35}" destId="{D0294DEB-B7F9-4CF0-B10D-F6076A57B9C5}" srcOrd="2" destOrd="0" parTransId="{949AC912-AF29-4BF7-B425-7EF20B8F8788}" sibTransId="{AFBB35B6-7515-403C-9E52-27518563AB5B}"/>
    <dgm:cxn modelId="{D0909F62-B767-45E8-8B92-F67165511169}" srcId="{E5D16A03-A9C4-4F2A-A4B7-63D9D20A0F35}" destId="{5D52AB5E-7A3C-4A57-B41A-FECBB16B27F6}" srcOrd="4" destOrd="0" parTransId="{A15BFE52-E4E5-4C81-A41F-A672BEA48186}" sibTransId="{3A44DA9F-034D-4B9B-82E1-5A909027BD60}"/>
    <dgm:cxn modelId="{031A4264-7A50-4229-97EF-FA00A0E7475F}" type="presOf" srcId="{E480ADD6-A10D-418D-BB64-83825BAA5362}" destId="{D53249B8-CC07-4880-AF51-C40A3E5819EF}" srcOrd="0" destOrd="1" presId="urn:microsoft.com/office/officeart/2005/8/layout/vList2"/>
    <dgm:cxn modelId="{F740546E-E309-419F-9046-FCFC2BE0FFC9}" srcId="{E5D16A03-A9C4-4F2A-A4B7-63D9D20A0F35}" destId="{134BCEA8-87DA-4106-9AC6-5991632B4D3F}" srcOrd="5" destOrd="0" parTransId="{E9720042-65A8-4B89-BFFB-2558C0178751}" sibTransId="{3A6F7C65-135D-45E7-BED5-2C2BE4FCA205}"/>
    <dgm:cxn modelId="{93151255-AB7D-4D09-A661-158EAD515E4E}" type="presOf" srcId="{5D52AB5E-7A3C-4A57-B41A-FECBB16B27F6}" destId="{D53249B8-CC07-4880-AF51-C40A3E5819EF}" srcOrd="0" destOrd="4" presId="urn:microsoft.com/office/officeart/2005/8/layout/vList2"/>
    <dgm:cxn modelId="{01B1A490-7581-443A-92D5-14B6937BA4FD}" srcId="{E5D16A03-A9C4-4F2A-A4B7-63D9D20A0F35}" destId="{F2001F83-6860-48DC-81A0-4F39DDD5C647}" srcOrd="0" destOrd="0" parTransId="{CE33DC33-FC71-42D2-A84B-E48FCA62E64C}" sibTransId="{6F9E9960-E3A7-410F-8D45-4A39FD766781}"/>
    <dgm:cxn modelId="{992DA695-761F-4F67-8055-B2DF01B6D553}" srcId="{B12B5D5F-D030-4DDB-9CDC-14AE03199E18}" destId="{E5D16A03-A9C4-4F2A-A4B7-63D9D20A0F35}" srcOrd="0" destOrd="0" parTransId="{2129F627-0B4F-4089-8878-2423ED7F78D5}" sibTransId="{3F2A8FBD-3967-449E-B92E-470065EACDBC}"/>
    <dgm:cxn modelId="{C5D1749B-F3F3-4622-A13F-0A650E4762A3}" type="presOf" srcId="{B12B5D5F-D030-4DDB-9CDC-14AE03199E18}" destId="{D8F70FDB-17BF-40BE-9545-567754E51B1F}" srcOrd="0" destOrd="0" presId="urn:microsoft.com/office/officeart/2005/8/layout/vList2"/>
    <dgm:cxn modelId="{0D5F53AA-808F-438A-BFF8-40278A32E78E}" type="presOf" srcId="{134BCEA8-87DA-4106-9AC6-5991632B4D3F}" destId="{D53249B8-CC07-4880-AF51-C40A3E5819EF}" srcOrd="0" destOrd="5" presId="urn:microsoft.com/office/officeart/2005/8/layout/vList2"/>
    <dgm:cxn modelId="{70FEECD5-EA8F-4F1B-9752-056AF5D1D4ED}" srcId="{E5D16A03-A9C4-4F2A-A4B7-63D9D20A0F35}" destId="{A3B03991-6C4B-4D9B-8E0B-F0CB7F76647B}" srcOrd="6" destOrd="0" parTransId="{4301EBFD-BD9D-4374-9BF8-070606CA7E2D}" sibTransId="{EC11E515-31D7-4287-82DE-215A8A83D0FC}"/>
    <dgm:cxn modelId="{8061ACF5-504B-43A4-A932-CB7C044EBDA7}" type="presOf" srcId="{44DF82CE-F4D7-4708-A92D-0E654A9A6717}" destId="{D53249B8-CC07-4880-AF51-C40A3E5819EF}" srcOrd="0" destOrd="7" presId="urn:microsoft.com/office/officeart/2005/8/layout/vList2"/>
    <dgm:cxn modelId="{D390D4FE-C2A5-43DE-B7F5-B268422F5E18}" srcId="{E5D16A03-A9C4-4F2A-A4B7-63D9D20A0F35}" destId="{800C921F-8510-4F41-A11D-6F86A850DB7D}" srcOrd="3" destOrd="0" parTransId="{532A29A1-963D-4690-A197-7D16F99D9C1E}" sibTransId="{C29C5699-9E70-4CB2-907A-40AF1C85A22F}"/>
    <dgm:cxn modelId="{AB262CA7-BA53-49E6-9A05-7F19A2D4FF03}" type="presParOf" srcId="{D8F70FDB-17BF-40BE-9545-567754E51B1F}" destId="{F936EAFA-B203-487E-94AF-1DF771755DA1}" srcOrd="0" destOrd="0" presId="urn:microsoft.com/office/officeart/2005/8/layout/vList2"/>
    <dgm:cxn modelId="{73D7666E-D062-4694-9213-22FDD23B847B}" type="presParOf" srcId="{D8F70FDB-17BF-40BE-9545-567754E51B1F}" destId="{D53249B8-CC07-4880-AF51-C40A3E5819E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9FEE4C0-C6FC-45AC-8E66-A0161D7620F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79D95BFC-B6F4-43CD-B1A6-A06DFF3125CE}">
      <dgm:prSet phldrT="[Texto]" custT="1"/>
      <dgm:spPr/>
      <dgm:t>
        <a:bodyPr/>
        <a:lstStyle/>
        <a:p>
          <a:r>
            <a:rPr lang="es-ES" sz="1900" b="1" dirty="0"/>
            <a:t>Requisitos</a:t>
          </a:r>
        </a:p>
      </dgm:t>
    </dgm:pt>
    <dgm:pt modelId="{9E240159-9211-445C-8F3B-6CEE56EBF080}" type="parTrans" cxnId="{34DD7415-7AEF-4DC3-8EBF-E3843D9F3B1B}">
      <dgm:prSet/>
      <dgm:spPr/>
      <dgm:t>
        <a:bodyPr/>
        <a:lstStyle/>
        <a:p>
          <a:endParaRPr lang="es-ES"/>
        </a:p>
      </dgm:t>
    </dgm:pt>
    <dgm:pt modelId="{EBE5490F-A163-4F09-BF7D-C9DD6550335F}" type="sibTrans" cxnId="{34DD7415-7AEF-4DC3-8EBF-E3843D9F3B1B}">
      <dgm:prSet/>
      <dgm:spPr/>
      <dgm:t>
        <a:bodyPr/>
        <a:lstStyle/>
        <a:p>
          <a:endParaRPr lang="es-ES"/>
        </a:p>
      </dgm:t>
    </dgm:pt>
    <dgm:pt modelId="{463CC440-8F1F-4FD6-9BCF-ABEF4CDD9948}">
      <dgm:prSet phldrT="[Texto]"/>
      <dgm:spPr/>
      <dgm:t>
        <a:bodyPr/>
        <a:lstStyle/>
        <a:p>
          <a:r>
            <a:rPr lang="es-ES" dirty="0"/>
            <a:t>Informe con la especificación de requisitos</a:t>
          </a:r>
        </a:p>
      </dgm:t>
    </dgm:pt>
    <dgm:pt modelId="{D0734CBC-A10E-4440-BDB1-7EDF8A2D5581}" type="parTrans" cxnId="{D5D20415-F869-4142-BC8A-CFDDC69365BC}">
      <dgm:prSet/>
      <dgm:spPr/>
      <dgm:t>
        <a:bodyPr/>
        <a:lstStyle/>
        <a:p>
          <a:endParaRPr lang="es-ES"/>
        </a:p>
      </dgm:t>
    </dgm:pt>
    <dgm:pt modelId="{2BD0E2F3-3BDE-41AD-8D34-3EA510CC099F}" type="sibTrans" cxnId="{D5D20415-F869-4142-BC8A-CFDDC69365BC}">
      <dgm:prSet/>
      <dgm:spPr/>
      <dgm:t>
        <a:bodyPr/>
        <a:lstStyle/>
        <a:p>
          <a:endParaRPr lang="es-ES"/>
        </a:p>
      </dgm:t>
    </dgm:pt>
    <dgm:pt modelId="{3613B7CC-1B46-46D6-A5F9-42FF3498E6F9}" type="pres">
      <dgm:prSet presAssocID="{19FEE4C0-C6FC-45AC-8E66-A0161D7620F4}" presName="Name0" presStyleCnt="0">
        <dgm:presLayoutVars>
          <dgm:dir/>
          <dgm:resizeHandles val="exact"/>
        </dgm:presLayoutVars>
      </dgm:prSet>
      <dgm:spPr/>
    </dgm:pt>
    <dgm:pt modelId="{82DD1678-A47C-400F-BD89-3AC548D759D9}" type="pres">
      <dgm:prSet presAssocID="{79D95BFC-B6F4-43CD-B1A6-A06DFF3125CE}" presName="node" presStyleLbl="node1" presStyleIdx="0" presStyleCnt="2">
        <dgm:presLayoutVars>
          <dgm:bulletEnabled val="1"/>
        </dgm:presLayoutVars>
      </dgm:prSet>
      <dgm:spPr/>
    </dgm:pt>
    <dgm:pt modelId="{384838CB-A3FA-43B9-AB0F-A2FD761946AD}" type="pres">
      <dgm:prSet presAssocID="{EBE5490F-A163-4F09-BF7D-C9DD6550335F}" presName="sibTrans" presStyleLbl="sibTrans2D1" presStyleIdx="0" presStyleCnt="1"/>
      <dgm:spPr/>
    </dgm:pt>
    <dgm:pt modelId="{0CFCA3A3-95A1-4743-894F-02B235A71EB7}" type="pres">
      <dgm:prSet presAssocID="{EBE5490F-A163-4F09-BF7D-C9DD6550335F}" presName="connectorText" presStyleLbl="sibTrans2D1" presStyleIdx="0" presStyleCnt="1"/>
      <dgm:spPr/>
    </dgm:pt>
    <dgm:pt modelId="{A232B185-C279-4594-A651-E42CA40A5AA6}" type="pres">
      <dgm:prSet presAssocID="{463CC440-8F1F-4FD6-9BCF-ABEF4CDD9948}" presName="node" presStyleLbl="node1" presStyleIdx="1" presStyleCnt="2">
        <dgm:presLayoutVars>
          <dgm:bulletEnabled val="1"/>
        </dgm:presLayoutVars>
      </dgm:prSet>
      <dgm:spPr/>
    </dgm:pt>
  </dgm:ptLst>
  <dgm:cxnLst>
    <dgm:cxn modelId="{F793BB0C-2B3F-47DA-A779-09317279E236}" type="presOf" srcId="{19FEE4C0-C6FC-45AC-8E66-A0161D7620F4}" destId="{3613B7CC-1B46-46D6-A5F9-42FF3498E6F9}" srcOrd="0" destOrd="0" presId="urn:microsoft.com/office/officeart/2005/8/layout/process1"/>
    <dgm:cxn modelId="{D5D20415-F869-4142-BC8A-CFDDC69365BC}" srcId="{19FEE4C0-C6FC-45AC-8E66-A0161D7620F4}" destId="{463CC440-8F1F-4FD6-9BCF-ABEF4CDD9948}" srcOrd="1" destOrd="0" parTransId="{D0734CBC-A10E-4440-BDB1-7EDF8A2D5581}" sibTransId="{2BD0E2F3-3BDE-41AD-8D34-3EA510CC099F}"/>
    <dgm:cxn modelId="{34DD7415-7AEF-4DC3-8EBF-E3843D9F3B1B}" srcId="{19FEE4C0-C6FC-45AC-8E66-A0161D7620F4}" destId="{79D95BFC-B6F4-43CD-B1A6-A06DFF3125CE}" srcOrd="0" destOrd="0" parTransId="{9E240159-9211-445C-8F3B-6CEE56EBF080}" sibTransId="{EBE5490F-A163-4F09-BF7D-C9DD6550335F}"/>
    <dgm:cxn modelId="{C55B1544-E358-4A52-9B5B-56A3EA6C97E9}" type="presOf" srcId="{463CC440-8F1F-4FD6-9BCF-ABEF4CDD9948}" destId="{A232B185-C279-4594-A651-E42CA40A5AA6}" srcOrd="0" destOrd="0" presId="urn:microsoft.com/office/officeart/2005/8/layout/process1"/>
    <dgm:cxn modelId="{BD68A44D-5116-426E-A0CC-B4962630E5C4}" type="presOf" srcId="{79D95BFC-B6F4-43CD-B1A6-A06DFF3125CE}" destId="{82DD1678-A47C-400F-BD89-3AC548D759D9}" srcOrd="0" destOrd="0" presId="urn:microsoft.com/office/officeart/2005/8/layout/process1"/>
    <dgm:cxn modelId="{7D948351-5F9F-417C-91D5-C12A2581FEAB}" type="presOf" srcId="{EBE5490F-A163-4F09-BF7D-C9DD6550335F}" destId="{384838CB-A3FA-43B9-AB0F-A2FD761946AD}" srcOrd="0" destOrd="0" presId="urn:microsoft.com/office/officeart/2005/8/layout/process1"/>
    <dgm:cxn modelId="{89D548C2-2D42-45A7-9D60-01BCCFFA6264}" type="presOf" srcId="{EBE5490F-A163-4F09-BF7D-C9DD6550335F}" destId="{0CFCA3A3-95A1-4743-894F-02B235A71EB7}" srcOrd="1" destOrd="0" presId="urn:microsoft.com/office/officeart/2005/8/layout/process1"/>
    <dgm:cxn modelId="{84F565AE-5F4B-4633-91CD-E2143EBC1D75}" type="presParOf" srcId="{3613B7CC-1B46-46D6-A5F9-42FF3498E6F9}" destId="{82DD1678-A47C-400F-BD89-3AC548D759D9}" srcOrd="0" destOrd="0" presId="urn:microsoft.com/office/officeart/2005/8/layout/process1"/>
    <dgm:cxn modelId="{084A0757-50F3-4C33-8832-11DD8E446144}" type="presParOf" srcId="{3613B7CC-1B46-46D6-A5F9-42FF3498E6F9}" destId="{384838CB-A3FA-43B9-AB0F-A2FD761946AD}" srcOrd="1" destOrd="0" presId="urn:microsoft.com/office/officeart/2005/8/layout/process1"/>
    <dgm:cxn modelId="{21F986F0-E4A8-4751-BB16-830800E91305}" type="presParOf" srcId="{384838CB-A3FA-43B9-AB0F-A2FD761946AD}" destId="{0CFCA3A3-95A1-4743-894F-02B235A71EB7}" srcOrd="0" destOrd="0" presId="urn:microsoft.com/office/officeart/2005/8/layout/process1"/>
    <dgm:cxn modelId="{11412D36-EBFB-4559-8765-D20E48D50CDB}" type="presParOf" srcId="{3613B7CC-1B46-46D6-A5F9-42FF3498E6F9}" destId="{A232B185-C279-4594-A651-E42CA40A5AA6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9FEE4C0-C6FC-45AC-8E66-A0161D7620F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79D95BFC-B6F4-43CD-B1A6-A06DFF3125CE}">
      <dgm:prSet phldrT="[Texto]"/>
      <dgm:spPr/>
      <dgm:t>
        <a:bodyPr/>
        <a:lstStyle/>
        <a:p>
          <a:r>
            <a:rPr lang="es-ES" b="1" dirty="0"/>
            <a:t>Estudio del sistema a desarrollar</a:t>
          </a:r>
        </a:p>
      </dgm:t>
    </dgm:pt>
    <dgm:pt modelId="{9E240159-9211-445C-8F3B-6CEE56EBF080}" type="parTrans" cxnId="{34DD7415-7AEF-4DC3-8EBF-E3843D9F3B1B}">
      <dgm:prSet/>
      <dgm:spPr/>
      <dgm:t>
        <a:bodyPr/>
        <a:lstStyle/>
        <a:p>
          <a:endParaRPr lang="es-ES"/>
        </a:p>
      </dgm:t>
    </dgm:pt>
    <dgm:pt modelId="{EBE5490F-A163-4F09-BF7D-C9DD6550335F}" type="sibTrans" cxnId="{34DD7415-7AEF-4DC3-8EBF-E3843D9F3B1B}">
      <dgm:prSet/>
      <dgm:spPr/>
      <dgm:t>
        <a:bodyPr/>
        <a:lstStyle/>
        <a:p>
          <a:endParaRPr lang="es-ES"/>
        </a:p>
      </dgm:t>
    </dgm:pt>
    <dgm:pt modelId="{463CC440-8F1F-4FD6-9BCF-ABEF4CDD9948}">
      <dgm:prSet phldrT="[Texto]"/>
      <dgm:spPr/>
      <dgm:t>
        <a:bodyPr/>
        <a:lstStyle/>
        <a:p>
          <a:r>
            <a:rPr lang="es-ES" dirty="0"/>
            <a:t>Informe con el estudio del sistema a desarrollar</a:t>
          </a:r>
        </a:p>
      </dgm:t>
    </dgm:pt>
    <dgm:pt modelId="{D0734CBC-A10E-4440-BDB1-7EDF8A2D5581}" type="parTrans" cxnId="{D5D20415-F869-4142-BC8A-CFDDC69365BC}">
      <dgm:prSet/>
      <dgm:spPr/>
      <dgm:t>
        <a:bodyPr/>
        <a:lstStyle/>
        <a:p>
          <a:endParaRPr lang="es-ES"/>
        </a:p>
      </dgm:t>
    </dgm:pt>
    <dgm:pt modelId="{2BD0E2F3-3BDE-41AD-8D34-3EA510CC099F}" type="sibTrans" cxnId="{D5D20415-F869-4142-BC8A-CFDDC69365BC}">
      <dgm:prSet/>
      <dgm:spPr/>
      <dgm:t>
        <a:bodyPr/>
        <a:lstStyle/>
        <a:p>
          <a:endParaRPr lang="es-ES"/>
        </a:p>
      </dgm:t>
    </dgm:pt>
    <dgm:pt modelId="{3613B7CC-1B46-46D6-A5F9-42FF3498E6F9}" type="pres">
      <dgm:prSet presAssocID="{19FEE4C0-C6FC-45AC-8E66-A0161D7620F4}" presName="Name0" presStyleCnt="0">
        <dgm:presLayoutVars>
          <dgm:dir/>
          <dgm:resizeHandles val="exact"/>
        </dgm:presLayoutVars>
      </dgm:prSet>
      <dgm:spPr/>
    </dgm:pt>
    <dgm:pt modelId="{82DD1678-A47C-400F-BD89-3AC548D759D9}" type="pres">
      <dgm:prSet presAssocID="{79D95BFC-B6F4-43CD-B1A6-A06DFF3125CE}" presName="node" presStyleLbl="node1" presStyleIdx="0" presStyleCnt="2">
        <dgm:presLayoutVars>
          <dgm:bulletEnabled val="1"/>
        </dgm:presLayoutVars>
      </dgm:prSet>
      <dgm:spPr/>
    </dgm:pt>
    <dgm:pt modelId="{384838CB-A3FA-43B9-AB0F-A2FD761946AD}" type="pres">
      <dgm:prSet presAssocID="{EBE5490F-A163-4F09-BF7D-C9DD6550335F}" presName="sibTrans" presStyleLbl="sibTrans2D1" presStyleIdx="0" presStyleCnt="1"/>
      <dgm:spPr/>
    </dgm:pt>
    <dgm:pt modelId="{0CFCA3A3-95A1-4743-894F-02B235A71EB7}" type="pres">
      <dgm:prSet presAssocID="{EBE5490F-A163-4F09-BF7D-C9DD6550335F}" presName="connectorText" presStyleLbl="sibTrans2D1" presStyleIdx="0" presStyleCnt="1"/>
      <dgm:spPr/>
    </dgm:pt>
    <dgm:pt modelId="{A232B185-C279-4594-A651-E42CA40A5AA6}" type="pres">
      <dgm:prSet presAssocID="{463CC440-8F1F-4FD6-9BCF-ABEF4CDD9948}" presName="node" presStyleLbl="node1" presStyleIdx="1" presStyleCnt="2">
        <dgm:presLayoutVars>
          <dgm:bulletEnabled val="1"/>
        </dgm:presLayoutVars>
      </dgm:prSet>
      <dgm:spPr/>
    </dgm:pt>
  </dgm:ptLst>
  <dgm:cxnLst>
    <dgm:cxn modelId="{F793BB0C-2B3F-47DA-A779-09317279E236}" type="presOf" srcId="{19FEE4C0-C6FC-45AC-8E66-A0161D7620F4}" destId="{3613B7CC-1B46-46D6-A5F9-42FF3498E6F9}" srcOrd="0" destOrd="0" presId="urn:microsoft.com/office/officeart/2005/8/layout/process1"/>
    <dgm:cxn modelId="{D5D20415-F869-4142-BC8A-CFDDC69365BC}" srcId="{19FEE4C0-C6FC-45AC-8E66-A0161D7620F4}" destId="{463CC440-8F1F-4FD6-9BCF-ABEF4CDD9948}" srcOrd="1" destOrd="0" parTransId="{D0734CBC-A10E-4440-BDB1-7EDF8A2D5581}" sibTransId="{2BD0E2F3-3BDE-41AD-8D34-3EA510CC099F}"/>
    <dgm:cxn modelId="{34DD7415-7AEF-4DC3-8EBF-E3843D9F3B1B}" srcId="{19FEE4C0-C6FC-45AC-8E66-A0161D7620F4}" destId="{79D95BFC-B6F4-43CD-B1A6-A06DFF3125CE}" srcOrd="0" destOrd="0" parTransId="{9E240159-9211-445C-8F3B-6CEE56EBF080}" sibTransId="{EBE5490F-A163-4F09-BF7D-C9DD6550335F}"/>
    <dgm:cxn modelId="{C55B1544-E358-4A52-9B5B-56A3EA6C97E9}" type="presOf" srcId="{463CC440-8F1F-4FD6-9BCF-ABEF4CDD9948}" destId="{A232B185-C279-4594-A651-E42CA40A5AA6}" srcOrd="0" destOrd="0" presId="urn:microsoft.com/office/officeart/2005/8/layout/process1"/>
    <dgm:cxn modelId="{BD68A44D-5116-426E-A0CC-B4962630E5C4}" type="presOf" srcId="{79D95BFC-B6F4-43CD-B1A6-A06DFF3125CE}" destId="{82DD1678-A47C-400F-BD89-3AC548D759D9}" srcOrd="0" destOrd="0" presId="urn:microsoft.com/office/officeart/2005/8/layout/process1"/>
    <dgm:cxn modelId="{7D948351-5F9F-417C-91D5-C12A2581FEAB}" type="presOf" srcId="{EBE5490F-A163-4F09-BF7D-C9DD6550335F}" destId="{384838CB-A3FA-43B9-AB0F-A2FD761946AD}" srcOrd="0" destOrd="0" presId="urn:microsoft.com/office/officeart/2005/8/layout/process1"/>
    <dgm:cxn modelId="{89D548C2-2D42-45A7-9D60-01BCCFFA6264}" type="presOf" srcId="{EBE5490F-A163-4F09-BF7D-C9DD6550335F}" destId="{0CFCA3A3-95A1-4743-894F-02B235A71EB7}" srcOrd="1" destOrd="0" presId="urn:microsoft.com/office/officeart/2005/8/layout/process1"/>
    <dgm:cxn modelId="{84F565AE-5F4B-4633-91CD-E2143EBC1D75}" type="presParOf" srcId="{3613B7CC-1B46-46D6-A5F9-42FF3498E6F9}" destId="{82DD1678-A47C-400F-BD89-3AC548D759D9}" srcOrd="0" destOrd="0" presId="urn:microsoft.com/office/officeart/2005/8/layout/process1"/>
    <dgm:cxn modelId="{084A0757-50F3-4C33-8832-11DD8E446144}" type="presParOf" srcId="{3613B7CC-1B46-46D6-A5F9-42FF3498E6F9}" destId="{384838CB-A3FA-43B9-AB0F-A2FD761946AD}" srcOrd="1" destOrd="0" presId="urn:microsoft.com/office/officeart/2005/8/layout/process1"/>
    <dgm:cxn modelId="{21F986F0-E4A8-4751-BB16-830800E91305}" type="presParOf" srcId="{384838CB-A3FA-43B9-AB0F-A2FD761946AD}" destId="{0CFCA3A3-95A1-4743-894F-02B235A71EB7}" srcOrd="0" destOrd="0" presId="urn:microsoft.com/office/officeart/2005/8/layout/process1"/>
    <dgm:cxn modelId="{11412D36-EBFB-4559-8765-D20E48D50CDB}" type="presParOf" srcId="{3613B7CC-1B46-46D6-A5F9-42FF3498E6F9}" destId="{A232B185-C279-4594-A651-E42CA40A5AA6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9FEE4C0-C6FC-45AC-8E66-A0161D7620F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79D95BFC-B6F4-43CD-B1A6-A06DFF3125CE}">
      <dgm:prSet phldrT="[Texto]" custT="1"/>
      <dgm:spPr/>
      <dgm:t>
        <a:bodyPr/>
        <a:lstStyle/>
        <a:p>
          <a:r>
            <a:rPr lang="es-ES" sz="1900" b="1" dirty="0"/>
            <a:t>Diseño</a:t>
          </a:r>
        </a:p>
      </dgm:t>
    </dgm:pt>
    <dgm:pt modelId="{9E240159-9211-445C-8F3B-6CEE56EBF080}" type="parTrans" cxnId="{34DD7415-7AEF-4DC3-8EBF-E3843D9F3B1B}">
      <dgm:prSet/>
      <dgm:spPr/>
      <dgm:t>
        <a:bodyPr/>
        <a:lstStyle/>
        <a:p>
          <a:endParaRPr lang="es-ES"/>
        </a:p>
      </dgm:t>
    </dgm:pt>
    <dgm:pt modelId="{EBE5490F-A163-4F09-BF7D-C9DD6550335F}" type="sibTrans" cxnId="{34DD7415-7AEF-4DC3-8EBF-E3843D9F3B1B}">
      <dgm:prSet/>
      <dgm:spPr/>
      <dgm:t>
        <a:bodyPr/>
        <a:lstStyle/>
        <a:p>
          <a:endParaRPr lang="es-ES"/>
        </a:p>
      </dgm:t>
    </dgm:pt>
    <dgm:pt modelId="{463CC440-8F1F-4FD6-9BCF-ABEF4CDD9948}">
      <dgm:prSet phldrT="[Texto]"/>
      <dgm:spPr/>
      <dgm:t>
        <a:bodyPr/>
        <a:lstStyle/>
        <a:p>
          <a:r>
            <a:rPr lang="es-ES" dirty="0"/>
            <a:t>Informe con la descripción de la arquitectura y con los archivos de la interfaz</a:t>
          </a:r>
        </a:p>
      </dgm:t>
    </dgm:pt>
    <dgm:pt modelId="{D0734CBC-A10E-4440-BDB1-7EDF8A2D5581}" type="parTrans" cxnId="{D5D20415-F869-4142-BC8A-CFDDC69365BC}">
      <dgm:prSet/>
      <dgm:spPr/>
      <dgm:t>
        <a:bodyPr/>
        <a:lstStyle/>
        <a:p>
          <a:endParaRPr lang="es-ES"/>
        </a:p>
      </dgm:t>
    </dgm:pt>
    <dgm:pt modelId="{2BD0E2F3-3BDE-41AD-8D34-3EA510CC099F}" type="sibTrans" cxnId="{D5D20415-F869-4142-BC8A-CFDDC69365BC}">
      <dgm:prSet/>
      <dgm:spPr/>
      <dgm:t>
        <a:bodyPr/>
        <a:lstStyle/>
        <a:p>
          <a:endParaRPr lang="es-ES"/>
        </a:p>
      </dgm:t>
    </dgm:pt>
    <dgm:pt modelId="{3613B7CC-1B46-46D6-A5F9-42FF3498E6F9}" type="pres">
      <dgm:prSet presAssocID="{19FEE4C0-C6FC-45AC-8E66-A0161D7620F4}" presName="Name0" presStyleCnt="0">
        <dgm:presLayoutVars>
          <dgm:dir/>
          <dgm:resizeHandles val="exact"/>
        </dgm:presLayoutVars>
      </dgm:prSet>
      <dgm:spPr/>
    </dgm:pt>
    <dgm:pt modelId="{82DD1678-A47C-400F-BD89-3AC548D759D9}" type="pres">
      <dgm:prSet presAssocID="{79D95BFC-B6F4-43CD-B1A6-A06DFF3125CE}" presName="node" presStyleLbl="node1" presStyleIdx="0" presStyleCnt="2">
        <dgm:presLayoutVars>
          <dgm:bulletEnabled val="1"/>
        </dgm:presLayoutVars>
      </dgm:prSet>
      <dgm:spPr/>
    </dgm:pt>
    <dgm:pt modelId="{384838CB-A3FA-43B9-AB0F-A2FD761946AD}" type="pres">
      <dgm:prSet presAssocID="{EBE5490F-A163-4F09-BF7D-C9DD6550335F}" presName="sibTrans" presStyleLbl="sibTrans2D1" presStyleIdx="0" presStyleCnt="1"/>
      <dgm:spPr/>
    </dgm:pt>
    <dgm:pt modelId="{0CFCA3A3-95A1-4743-894F-02B235A71EB7}" type="pres">
      <dgm:prSet presAssocID="{EBE5490F-A163-4F09-BF7D-C9DD6550335F}" presName="connectorText" presStyleLbl="sibTrans2D1" presStyleIdx="0" presStyleCnt="1"/>
      <dgm:spPr/>
    </dgm:pt>
    <dgm:pt modelId="{A232B185-C279-4594-A651-E42CA40A5AA6}" type="pres">
      <dgm:prSet presAssocID="{463CC440-8F1F-4FD6-9BCF-ABEF4CDD9948}" presName="node" presStyleLbl="node1" presStyleIdx="1" presStyleCnt="2">
        <dgm:presLayoutVars>
          <dgm:bulletEnabled val="1"/>
        </dgm:presLayoutVars>
      </dgm:prSet>
      <dgm:spPr/>
    </dgm:pt>
  </dgm:ptLst>
  <dgm:cxnLst>
    <dgm:cxn modelId="{F793BB0C-2B3F-47DA-A779-09317279E236}" type="presOf" srcId="{19FEE4C0-C6FC-45AC-8E66-A0161D7620F4}" destId="{3613B7CC-1B46-46D6-A5F9-42FF3498E6F9}" srcOrd="0" destOrd="0" presId="urn:microsoft.com/office/officeart/2005/8/layout/process1"/>
    <dgm:cxn modelId="{D5D20415-F869-4142-BC8A-CFDDC69365BC}" srcId="{19FEE4C0-C6FC-45AC-8E66-A0161D7620F4}" destId="{463CC440-8F1F-4FD6-9BCF-ABEF4CDD9948}" srcOrd="1" destOrd="0" parTransId="{D0734CBC-A10E-4440-BDB1-7EDF8A2D5581}" sibTransId="{2BD0E2F3-3BDE-41AD-8D34-3EA510CC099F}"/>
    <dgm:cxn modelId="{34DD7415-7AEF-4DC3-8EBF-E3843D9F3B1B}" srcId="{19FEE4C0-C6FC-45AC-8E66-A0161D7620F4}" destId="{79D95BFC-B6F4-43CD-B1A6-A06DFF3125CE}" srcOrd="0" destOrd="0" parTransId="{9E240159-9211-445C-8F3B-6CEE56EBF080}" sibTransId="{EBE5490F-A163-4F09-BF7D-C9DD6550335F}"/>
    <dgm:cxn modelId="{C55B1544-E358-4A52-9B5B-56A3EA6C97E9}" type="presOf" srcId="{463CC440-8F1F-4FD6-9BCF-ABEF4CDD9948}" destId="{A232B185-C279-4594-A651-E42CA40A5AA6}" srcOrd="0" destOrd="0" presId="urn:microsoft.com/office/officeart/2005/8/layout/process1"/>
    <dgm:cxn modelId="{BD68A44D-5116-426E-A0CC-B4962630E5C4}" type="presOf" srcId="{79D95BFC-B6F4-43CD-B1A6-A06DFF3125CE}" destId="{82DD1678-A47C-400F-BD89-3AC548D759D9}" srcOrd="0" destOrd="0" presId="urn:microsoft.com/office/officeart/2005/8/layout/process1"/>
    <dgm:cxn modelId="{7D948351-5F9F-417C-91D5-C12A2581FEAB}" type="presOf" srcId="{EBE5490F-A163-4F09-BF7D-C9DD6550335F}" destId="{384838CB-A3FA-43B9-AB0F-A2FD761946AD}" srcOrd="0" destOrd="0" presId="urn:microsoft.com/office/officeart/2005/8/layout/process1"/>
    <dgm:cxn modelId="{89D548C2-2D42-45A7-9D60-01BCCFFA6264}" type="presOf" srcId="{EBE5490F-A163-4F09-BF7D-C9DD6550335F}" destId="{0CFCA3A3-95A1-4743-894F-02B235A71EB7}" srcOrd="1" destOrd="0" presId="urn:microsoft.com/office/officeart/2005/8/layout/process1"/>
    <dgm:cxn modelId="{84F565AE-5F4B-4633-91CD-E2143EBC1D75}" type="presParOf" srcId="{3613B7CC-1B46-46D6-A5F9-42FF3498E6F9}" destId="{82DD1678-A47C-400F-BD89-3AC548D759D9}" srcOrd="0" destOrd="0" presId="urn:microsoft.com/office/officeart/2005/8/layout/process1"/>
    <dgm:cxn modelId="{084A0757-50F3-4C33-8832-11DD8E446144}" type="presParOf" srcId="{3613B7CC-1B46-46D6-A5F9-42FF3498E6F9}" destId="{384838CB-A3FA-43B9-AB0F-A2FD761946AD}" srcOrd="1" destOrd="0" presId="urn:microsoft.com/office/officeart/2005/8/layout/process1"/>
    <dgm:cxn modelId="{21F986F0-E4A8-4751-BB16-830800E91305}" type="presParOf" srcId="{384838CB-A3FA-43B9-AB0F-A2FD761946AD}" destId="{0CFCA3A3-95A1-4743-894F-02B235A71EB7}" srcOrd="0" destOrd="0" presId="urn:microsoft.com/office/officeart/2005/8/layout/process1"/>
    <dgm:cxn modelId="{11412D36-EBFB-4559-8765-D20E48D50CDB}" type="presParOf" srcId="{3613B7CC-1B46-46D6-A5F9-42FF3498E6F9}" destId="{A232B185-C279-4594-A651-E42CA40A5AA6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9FEE4C0-C6FC-45AC-8E66-A0161D7620F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463CC440-8F1F-4FD6-9BCF-ABEF4CDD9948}">
      <dgm:prSet phldrT="[Texto]"/>
      <dgm:spPr/>
      <dgm:t>
        <a:bodyPr/>
        <a:lstStyle/>
        <a:p>
          <a:r>
            <a:rPr lang="es-ES" dirty="0"/>
            <a:t>Informe con la documentación del código al igual que los archivos con el código bien comentado</a:t>
          </a:r>
        </a:p>
      </dgm:t>
    </dgm:pt>
    <dgm:pt modelId="{D0734CBC-A10E-4440-BDB1-7EDF8A2D5581}" type="parTrans" cxnId="{D5D20415-F869-4142-BC8A-CFDDC69365BC}">
      <dgm:prSet/>
      <dgm:spPr/>
      <dgm:t>
        <a:bodyPr/>
        <a:lstStyle/>
        <a:p>
          <a:endParaRPr lang="es-ES"/>
        </a:p>
      </dgm:t>
    </dgm:pt>
    <dgm:pt modelId="{2BD0E2F3-3BDE-41AD-8D34-3EA510CC099F}" type="sibTrans" cxnId="{D5D20415-F869-4142-BC8A-CFDDC69365BC}">
      <dgm:prSet/>
      <dgm:spPr/>
      <dgm:t>
        <a:bodyPr/>
        <a:lstStyle/>
        <a:p>
          <a:endParaRPr lang="es-ES"/>
        </a:p>
      </dgm:t>
    </dgm:pt>
    <dgm:pt modelId="{79D95BFC-B6F4-43CD-B1A6-A06DFF3125CE}">
      <dgm:prSet phldrT="[Texto]" custT="1"/>
      <dgm:spPr/>
      <dgm:t>
        <a:bodyPr/>
        <a:lstStyle/>
        <a:p>
          <a:r>
            <a:rPr lang="es-ES" sz="1900" b="1" dirty="0"/>
            <a:t>Desarrollo</a:t>
          </a:r>
        </a:p>
      </dgm:t>
    </dgm:pt>
    <dgm:pt modelId="{EBE5490F-A163-4F09-BF7D-C9DD6550335F}" type="sibTrans" cxnId="{34DD7415-7AEF-4DC3-8EBF-E3843D9F3B1B}">
      <dgm:prSet/>
      <dgm:spPr/>
      <dgm:t>
        <a:bodyPr/>
        <a:lstStyle/>
        <a:p>
          <a:endParaRPr lang="es-ES"/>
        </a:p>
      </dgm:t>
    </dgm:pt>
    <dgm:pt modelId="{9E240159-9211-445C-8F3B-6CEE56EBF080}" type="parTrans" cxnId="{34DD7415-7AEF-4DC3-8EBF-E3843D9F3B1B}">
      <dgm:prSet/>
      <dgm:spPr/>
      <dgm:t>
        <a:bodyPr/>
        <a:lstStyle/>
        <a:p>
          <a:endParaRPr lang="es-ES"/>
        </a:p>
      </dgm:t>
    </dgm:pt>
    <dgm:pt modelId="{3613B7CC-1B46-46D6-A5F9-42FF3498E6F9}" type="pres">
      <dgm:prSet presAssocID="{19FEE4C0-C6FC-45AC-8E66-A0161D7620F4}" presName="Name0" presStyleCnt="0">
        <dgm:presLayoutVars>
          <dgm:dir/>
          <dgm:resizeHandles val="exact"/>
        </dgm:presLayoutVars>
      </dgm:prSet>
      <dgm:spPr/>
    </dgm:pt>
    <dgm:pt modelId="{82DD1678-A47C-400F-BD89-3AC548D759D9}" type="pres">
      <dgm:prSet presAssocID="{79D95BFC-B6F4-43CD-B1A6-A06DFF3125CE}" presName="node" presStyleLbl="node1" presStyleIdx="0" presStyleCnt="2">
        <dgm:presLayoutVars>
          <dgm:bulletEnabled val="1"/>
        </dgm:presLayoutVars>
      </dgm:prSet>
      <dgm:spPr/>
    </dgm:pt>
    <dgm:pt modelId="{384838CB-A3FA-43B9-AB0F-A2FD761946AD}" type="pres">
      <dgm:prSet presAssocID="{EBE5490F-A163-4F09-BF7D-C9DD6550335F}" presName="sibTrans" presStyleLbl="sibTrans2D1" presStyleIdx="0" presStyleCnt="1"/>
      <dgm:spPr/>
    </dgm:pt>
    <dgm:pt modelId="{0CFCA3A3-95A1-4743-894F-02B235A71EB7}" type="pres">
      <dgm:prSet presAssocID="{EBE5490F-A163-4F09-BF7D-C9DD6550335F}" presName="connectorText" presStyleLbl="sibTrans2D1" presStyleIdx="0" presStyleCnt="1"/>
      <dgm:spPr/>
    </dgm:pt>
    <dgm:pt modelId="{A232B185-C279-4594-A651-E42CA40A5AA6}" type="pres">
      <dgm:prSet presAssocID="{463CC440-8F1F-4FD6-9BCF-ABEF4CDD9948}" presName="node" presStyleLbl="node1" presStyleIdx="1" presStyleCnt="2" custLinFactNeighborX="117" custLinFactNeighborY="0">
        <dgm:presLayoutVars>
          <dgm:bulletEnabled val="1"/>
        </dgm:presLayoutVars>
      </dgm:prSet>
      <dgm:spPr/>
    </dgm:pt>
  </dgm:ptLst>
  <dgm:cxnLst>
    <dgm:cxn modelId="{F793BB0C-2B3F-47DA-A779-09317279E236}" type="presOf" srcId="{19FEE4C0-C6FC-45AC-8E66-A0161D7620F4}" destId="{3613B7CC-1B46-46D6-A5F9-42FF3498E6F9}" srcOrd="0" destOrd="0" presId="urn:microsoft.com/office/officeart/2005/8/layout/process1"/>
    <dgm:cxn modelId="{D5D20415-F869-4142-BC8A-CFDDC69365BC}" srcId="{19FEE4C0-C6FC-45AC-8E66-A0161D7620F4}" destId="{463CC440-8F1F-4FD6-9BCF-ABEF4CDD9948}" srcOrd="1" destOrd="0" parTransId="{D0734CBC-A10E-4440-BDB1-7EDF8A2D5581}" sibTransId="{2BD0E2F3-3BDE-41AD-8D34-3EA510CC099F}"/>
    <dgm:cxn modelId="{34DD7415-7AEF-4DC3-8EBF-E3843D9F3B1B}" srcId="{19FEE4C0-C6FC-45AC-8E66-A0161D7620F4}" destId="{79D95BFC-B6F4-43CD-B1A6-A06DFF3125CE}" srcOrd="0" destOrd="0" parTransId="{9E240159-9211-445C-8F3B-6CEE56EBF080}" sibTransId="{EBE5490F-A163-4F09-BF7D-C9DD6550335F}"/>
    <dgm:cxn modelId="{C55B1544-E358-4A52-9B5B-56A3EA6C97E9}" type="presOf" srcId="{463CC440-8F1F-4FD6-9BCF-ABEF4CDD9948}" destId="{A232B185-C279-4594-A651-E42CA40A5AA6}" srcOrd="0" destOrd="0" presId="urn:microsoft.com/office/officeart/2005/8/layout/process1"/>
    <dgm:cxn modelId="{BD68A44D-5116-426E-A0CC-B4962630E5C4}" type="presOf" srcId="{79D95BFC-B6F4-43CD-B1A6-A06DFF3125CE}" destId="{82DD1678-A47C-400F-BD89-3AC548D759D9}" srcOrd="0" destOrd="0" presId="urn:microsoft.com/office/officeart/2005/8/layout/process1"/>
    <dgm:cxn modelId="{7D948351-5F9F-417C-91D5-C12A2581FEAB}" type="presOf" srcId="{EBE5490F-A163-4F09-BF7D-C9DD6550335F}" destId="{384838CB-A3FA-43B9-AB0F-A2FD761946AD}" srcOrd="0" destOrd="0" presId="urn:microsoft.com/office/officeart/2005/8/layout/process1"/>
    <dgm:cxn modelId="{89D548C2-2D42-45A7-9D60-01BCCFFA6264}" type="presOf" srcId="{EBE5490F-A163-4F09-BF7D-C9DD6550335F}" destId="{0CFCA3A3-95A1-4743-894F-02B235A71EB7}" srcOrd="1" destOrd="0" presId="urn:microsoft.com/office/officeart/2005/8/layout/process1"/>
    <dgm:cxn modelId="{84F565AE-5F4B-4633-91CD-E2143EBC1D75}" type="presParOf" srcId="{3613B7CC-1B46-46D6-A5F9-42FF3498E6F9}" destId="{82DD1678-A47C-400F-BD89-3AC548D759D9}" srcOrd="0" destOrd="0" presId="urn:microsoft.com/office/officeart/2005/8/layout/process1"/>
    <dgm:cxn modelId="{084A0757-50F3-4C33-8832-11DD8E446144}" type="presParOf" srcId="{3613B7CC-1B46-46D6-A5F9-42FF3498E6F9}" destId="{384838CB-A3FA-43B9-AB0F-A2FD761946AD}" srcOrd="1" destOrd="0" presId="urn:microsoft.com/office/officeart/2005/8/layout/process1"/>
    <dgm:cxn modelId="{21F986F0-E4A8-4751-BB16-830800E91305}" type="presParOf" srcId="{384838CB-A3FA-43B9-AB0F-A2FD761946AD}" destId="{0CFCA3A3-95A1-4743-894F-02B235A71EB7}" srcOrd="0" destOrd="0" presId="urn:microsoft.com/office/officeart/2005/8/layout/process1"/>
    <dgm:cxn modelId="{11412D36-EBFB-4559-8765-D20E48D50CDB}" type="presParOf" srcId="{3613B7CC-1B46-46D6-A5F9-42FF3498E6F9}" destId="{A232B185-C279-4594-A651-E42CA40A5AA6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9FEE4C0-C6FC-45AC-8E66-A0161D7620F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79D95BFC-B6F4-43CD-B1A6-A06DFF3125CE}">
      <dgm:prSet phldrT="[Texto]" custT="1"/>
      <dgm:spPr/>
      <dgm:t>
        <a:bodyPr/>
        <a:lstStyle/>
        <a:p>
          <a:r>
            <a:rPr lang="es-ES" sz="1900" b="1" dirty="0"/>
            <a:t>Pruebas</a:t>
          </a:r>
        </a:p>
      </dgm:t>
    </dgm:pt>
    <dgm:pt modelId="{9E240159-9211-445C-8F3B-6CEE56EBF080}" type="parTrans" cxnId="{34DD7415-7AEF-4DC3-8EBF-E3843D9F3B1B}">
      <dgm:prSet/>
      <dgm:spPr/>
      <dgm:t>
        <a:bodyPr/>
        <a:lstStyle/>
        <a:p>
          <a:endParaRPr lang="es-ES"/>
        </a:p>
      </dgm:t>
    </dgm:pt>
    <dgm:pt modelId="{EBE5490F-A163-4F09-BF7D-C9DD6550335F}" type="sibTrans" cxnId="{34DD7415-7AEF-4DC3-8EBF-E3843D9F3B1B}">
      <dgm:prSet/>
      <dgm:spPr/>
      <dgm:t>
        <a:bodyPr/>
        <a:lstStyle/>
        <a:p>
          <a:endParaRPr lang="es-ES"/>
        </a:p>
      </dgm:t>
    </dgm:pt>
    <dgm:pt modelId="{463CC440-8F1F-4FD6-9BCF-ABEF4CDD9948}">
      <dgm:prSet phldrT="[Texto]"/>
      <dgm:spPr/>
      <dgm:t>
        <a:bodyPr/>
        <a:lstStyle/>
        <a:p>
          <a:r>
            <a:rPr lang="es-ES" dirty="0"/>
            <a:t>Informe con los resultados de las pruebas realizadas</a:t>
          </a:r>
        </a:p>
      </dgm:t>
    </dgm:pt>
    <dgm:pt modelId="{D0734CBC-A10E-4440-BDB1-7EDF8A2D5581}" type="parTrans" cxnId="{D5D20415-F869-4142-BC8A-CFDDC69365BC}">
      <dgm:prSet/>
      <dgm:spPr/>
      <dgm:t>
        <a:bodyPr/>
        <a:lstStyle/>
        <a:p>
          <a:endParaRPr lang="es-ES"/>
        </a:p>
      </dgm:t>
    </dgm:pt>
    <dgm:pt modelId="{2BD0E2F3-3BDE-41AD-8D34-3EA510CC099F}" type="sibTrans" cxnId="{D5D20415-F869-4142-BC8A-CFDDC69365BC}">
      <dgm:prSet/>
      <dgm:spPr/>
      <dgm:t>
        <a:bodyPr/>
        <a:lstStyle/>
        <a:p>
          <a:endParaRPr lang="es-ES"/>
        </a:p>
      </dgm:t>
    </dgm:pt>
    <dgm:pt modelId="{3613B7CC-1B46-46D6-A5F9-42FF3498E6F9}" type="pres">
      <dgm:prSet presAssocID="{19FEE4C0-C6FC-45AC-8E66-A0161D7620F4}" presName="Name0" presStyleCnt="0">
        <dgm:presLayoutVars>
          <dgm:dir/>
          <dgm:resizeHandles val="exact"/>
        </dgm:presLayoutVars>
      </dgm:prSet>
      <dgm:spPr/>
    </dgm:pt>
    <dgm:pt modelId="{82DD1678-A47C-400F-BD89-3AC548D759D9}" type="pres">
      <dgm:prSet presAssocID="{79D95BFC-B6F4-43CD-B1A6-A06DFF3125CE}" presName="node" presStyleLbl="node1" presStyleIdx="0" presStyleCnt="2">
        <dgm:presLayoutVars>
          <dgm:bulletEnabled val="1"/>
        </dgm:presLayoutVars>
      </dgm:prSet>
      <dgm:spPr/>
    </dgm:pt>
    <dgm:pt modelId="{384838CB-A3FA-43B9-AB0F-A2FD761946AD}" type="pres">
      <dgm:prSet presAssocID="{EBE5490F-A163-4F09-BF7D-C9DD6550335F}" presName="sibTrans" presStyleLbl="sibTrans2D1" presStyleIdx="0" presStyleCnt="1"/>
      <dgm:spPr/>
    </dgm:pt>
    <dgm:pt modelId="{0CFCA3A3-95A1-4743-894F-02B235A71EB7}" type="pres">
      <dgm:prSet presAssocID="{EBE5490F-A163-4F09-BF7D-C9DD6550335F}" presName="connectorText" presStyleLbl="sibTrans2D1" presStyleIdx="0" presStyleCnt="1"/>
      <dgm:spPr/>
    </dgm:pt>
    <dgm:pt modelId="{A232B185-C279-4594-A651-E42CA40A5AA6}" type="pres">
      <dgm:prSet presAssocID="{463CC440-8F1F-4FD6-9BCF-ABEF4CDD9948}" presName="node" presStyleLbl="node1" presStyleIdx="1" presStyleCnt="2">
        <dgm:presLayoutVars>
          <dgm:bulletEnabled val="1"/>
        </dgm:presLayoutVars>
      </dgm:prSet>
      <dgm:spPr/>
    </dgm:pt>
  </dgm:ptLst>
  <dgm:cxnLst>
    <dgm:cxn modelId="{F793BB0C-2B3F-47DA-A779-09317279E236}" type="presOf" srcId="{19FEE4C0-C6FC-45AC-8E66-A0161D7620F4}" destId="{3613B7CC-1B46-46D6-A5F9-42FF3498E6F9}" srcOrd="0" destOrd="0" presId="urn:microsoft.com/office/officeart/2005/8/layout/process1"/>
    <dgm:cxn modelId="{D5D20415-F869-4142-BC8A-CFDDC69365BC}" srcId="{19FEE4C0-C6FC-45AC-8E66-A0161D7620F4}" destId="{463CC440-8F1F-4FD6-9BCF-ABEF4CDD9948}" srcOrd="1" destOrd="0" parTransId="{D0734CBC-A10E-4440-BDB1-7EDF8A2D5581}" sibTransId="{2BD0E2F3-3BDE-41AD-8D34-3EA510CC099F}"/>
    <dgm:cxn modelId="{34DD7415-7AEF-4DC3-8EBF-E3843D9F3B1B}" srcId="{19FEE4C0-C6FC-45AC-8E66-A0161D7620F4}" destId="{79D95BFC-B6F4-43CD-B1A6-A06DFF3125CE}" srcOrd="0" destOrd="0" parTransId="{9E240159-9211-445C-8F3B-6CEE56EBF080}" sibTransId="{EBE5490F-A163-4F09-BF7D-C9DD6550335F}"/>
    <dgm:cxn modelId="{C55B1544-E358-4A52-9B5B-56A3EA6C97E9}" type="presOf" srcId="{463CC440-8F1F-4FD6-9BCF-ABEF4CDD9948}" destId="{A232B185-C279-4594-A651-E42CA40A5AA6}" srcOrd="0" destOrd="0" presId="urn:microsoft.com/office/officeart/2005/8/layout/process1"/>
    <dgm:cxn modelId="{BD68A44D-5116-426E-A0CC-B4962630E5C4}" type="presOf" srcId="{79D95BFC-B6F4-43CD-B1A6-A06DFF3125CE}" destId="{82DD1678-A47C-400F-BD89-3AC548D759D9}" srcOrd="0" destOrd="0" presId="urn:microsoft.com/office/officeart/2005/8/layout/process1"/>
    <dgm:cxn modelId="{7D948351-5F9F-417C-91D5-C12A2581FEAB}" type="presOf" srcId="{EBE5490F-A163-4F09-BF7D-C9DD6550335F}" destId="{384838CB-A3FA-43B9-AB0F-A2FD761946AD}" srcOrd="0" destOrd="0" presId="urn:microsoft.com/office/officeart/2005/8/layout/process1"/>
    <dgm:cxn modelId="{89D548C2-2D42-45A7-9D60-01BCCFFA6264}" type="presOf" srcId="{EBE5490F-A163-4F09-BF7D-C9DD6550335F}" destId="{0CFCA3A3-95A1-4743-894F-02B235A71EB7}" srcOrd="1" destOrd="0" presId="urn:microsoft.com/office/officeart/2005/8/layout/process1"/>
    <dgm:cxn modelId="{84F565AE-5F4B-4633-91CD-E2143EBC1D75}" type="presParOf" srcId="{3613B7CC-1B46-46D6-A5F9-42FF3498E6F9}" destId="{82DD1678-A47C-400F-BD89-3AC548D759D9}" srcOrd="0" destOrd="0" presId="urn:microsoft.com/office/officeart/2005/8/layout/process1"/>
    <dgm:cxn modelId="{084A0757-50F3-4C33-8832-11DD8E446144}" type="presParOf" srcId="{3613B7CC-1B46-46D6-A5F9-42FF3498E6F9}" destId="{384838CB-A3FA-43B9-AB0F-A2FD761946AD}" srcOrd="1" destOrd="0" presId="urn:microsoft.com/office/officeart/2005/8/layout/process1"/>
    <dgm:cxn modelId="{21F986F0-E4A8-4751-BB16-830800E91305}" type="presParOf" srcId="{384838CB-A3FA-43B9-AB0F-A2FD761946AD}" destId="{0CFCA3A3-95A1-4743-894F-02B235A71EB7}" srcOrd="0" destOrd="0" presId="urn:microsoft.com/office/officeart/2005/8/layout/process1"/>
    <dgm:cxn modelId="{11412D36-EBFB-4559-8765-D20E48D50CDB}" type="presParOf" srcId="{3613B7CC-1B46-46D6-A5F9-42FF3498E6F9}" destId="{A232B185-C279-4594-A651-E42CA40A5AA6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9FEE4C0-C6FC-45AC-8E66-A0161D7620F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463CC440-8F1F-4FD6-9BCF-ABEF4CDD9948}">
      <dgm:prSet phldrT="[Texto]"/>
      <dgm:spPr/>
      <dgm:t>
        <a:bodyPr/>
        <a:lstStyle/>
        <a:p>
          <a:r>
            <a:rPr lang="es-ES" dirty="0"/>
            <a:t>Informe con la descripción de todo el software del sistema final</a:t>
          </a:r>
        </a:p>
      </dgm:t>
    </dgm:pt>
    <dgm:pt modelId="{D0734CBC-A10E-4440-BDB1-7EDF8A2D5581}" type="parTrans" cxnId="{D5D20415-F869-4142-BC8A-CFDDC69365BC}">
      <dgm:prSet/>
      <dgm:spPr/>
      <dgm:t>
        <a:bodyPr/>
        <a:lstStyle/>
        <a:p>
          <a:endParaRPr lang="es-ES"/>
        </a:p>
      </dgm:t>
    </dgm:pt>
    <dgm:pt modelId="{2BD0E2F3-3BDE-41AD-8D34-3EA510CC099F}" type="sibTrans" cxnId="{D5D20415-F869-4142-BC8A-CFDDC69365BC}">
      <dgm:prSet/>
      <dgm:spPr/>
      <dgm:t>
        <a:bodyPr/>
        <a:lstStyle/>
        <a:p>
          <a:endParaRPr lang="es-ES"/>
        </a:p>
      </dgm:t>
    </dgm:pt>
    <dgm:pt modelId="{79D95BFC-B6F4-43CD-B1A6-A06DFF3125CE}">
      <dgm:prSet phldrT="[Texto]"/>
      <dgm:spPr/>
      <dgm:t>
        <a:bodyPr/>
        <a:lstStyle/>
        <a:p>
          <a:r>
            <a:rPr lang="es-ES" b="1" dirty="0"/>
            <a:t>Instalación de software</a:t>
          </a:r>
        </a:p>
      </dgm:t>
    </dgm:pt>
    <dgm:pt modelId="{EBE5490F-A163-4F09-BF7D-C9DD6550335F}" type="sibTrans" cxnId="{34DD7415-7AEF-4DC3-8EBF-E3843D9F3B1B}">
      <dgm:prSet/>
      <dgm:spPr/>
      <dgm:t>
        <a:bodyPr/>
        <a:lstStyle/>
        <a:p>
          <a:endParaRPr lang="es-ES"/>
        </a:p>
      </dgm:t>
    </dgm:pt>
    <dgm:pt modelId="{9E240159-9211-445C-8F3B-6CEE56EBF080}" type="parTrans" cxnId="{34DD7415-7AEF-4DC3-8EBF-E3843D9F3B1B}">
      <dgm:prSet/>
      <dgm:spPr/>
      <dgm:t>
        <a:bodyPr/>
        <a:lstStyle/>
        <a:p>
          <a:endParaRPr lang="es-ES"/>
        </a:p>
      </dgm:t>
    </dgm:pt>
    <dgm:pt modelId="{3613B7CC-1B46-46D6-A5F9-42FF3498E6F9}" type="pres">
      <dgm:prSet presAssocID="{19FEE4C0-C6FC-45AC-8E66-A0161D7620F4}" presName="Name0" presStyleCnt="0">
        <dgm:presLayoutVars>
          <dgm:dir/>
          <dgm:resizeHandles val="exact"/>
        </dgm:presLayoutVars>
      </dgm:prSet>
      <dgm:spPr/>
    </dgm:pt>
    <dgm:pt modelId="{82DD1678-A47C-400F-BD89-3AC548D759D9}" type="pres">
      <dgm:prSet presAssocID="{79D95BFC-B6F4-43CD-B1A6-A06DFF3125CE}" presName="node" presStyleLbl="node1" presStyleIdx="0" presStyleCnt="2">
        <dgm:presLayoutVars>
          <dgm:bulletEnabled val="1"/>
        </dgm:presLayoutVars>
      </dgm:prSet>
      <dgm:spPr/>
    </dgm:pt>
    <dgm:pt modelId="{384838CB-A3FA-43B9-AB0F-A2FD761946AD}" type="pres">
      <dgm:prSet presAssocID="{EBE5490F-A163-4F09-BF7D-C9DD6550335F}" presName="sibTrans" presStyleLbl="sibTrans2D1" presStyleIdx="0" presStyleCnt="1"/>
      <dgm:spPr/>
    </dgm:pt>
    <dgm:pt modelId="{0CFCA3A3-95A1-4743-894F-02B235A71EB7}" type="pres">
      <dgm:prSet presAssocID="{EBE5490F-A163-4F09-BF7D-C9DD6550335F}" presName="connectorText" presStyleLbl="sibTrans2D1" presStyleIdx="0" presStyleCnt="1"/>
      <dgm:spPr/>
    </dgm:pt>
    <dgm:pt modelId="{A232B185-C279-4594-A651-E42CA40A5AA6}" type="pres">
      <dgm:prSet presAssocID="{463CC440-8F1F-4FD6-9BCF-ABEF4CDD9948}" presName="node" presStyleLbl="node1" presStyleIdx="1" presStyleCnt="2" custLinFactNeighborX="117" custLinFactNeighborY="0">
        <dgm:presLayoutVars>
          <dgm:bulletEnabled val="1"/>
        </dgm:presLayoutVars>
      </dgm:prSet>
      <dgm:spPr/>
    </dgm:pt>
  </dgm:ptLst>
  <dgm:cxnLst>
    <dgm:cxn modelId="{F793BB0C-2B3F-47DA-A779-09317279E236}" type="presOf" srcId="{19FEE4C0-C6FC-45AC-8E66-A0161D7620F4}" destId="{3613B7CC-1B46-46D6-A5F9-42FF3498E6F9}" srcOrd="0" destOrd="0" presId="urn:microsoft.com/office/officeart/2005/8/layout/process1"/>
    <dgm:cxn modelId="{D5D20415-F869-4142-BC8A-CFDDC69365BC}" srcId="{19FEE4C0-C6FC-45AC-8E66-A0161D7620F4}" destId="{463CC440-8F1F-4FD6-9BCF-ABEF4CDD9948}" srcOrd="1" destOrd="0" parTransId="{D0734CBC-A10E-4440-BDB1-7EDF8A2D5581}" sibTransId="{2BD0E2F3-3BDE-41AD-8D34-3EA510CC099F}"/>
    <dgm:cxn modelId="{34DD7415-7AEF-4DC3-8EBF-E3843D9F3B1B}" srcId="{19FEE4C0-C6FC-45AC-8E66-A0161D7620F4}" destId="{79D95BFC-B6F4-43CD-B1A6-A06DFF3125CE}" srcOrd="0" destOrd="0" parTransId="{9E240159-9211-445C-8F3B-6CEE56EBF080}" sibTransId="{EBE5490F-A163-4F09-BF7D-C9DD6550335F}"/>
    <dgm:cxn modelId="{C55B1544-E358-4A52-9B5B-56A3EA6C97E9}" type="presOf" srcId="{463CC440-8F1F-4FD6-9BCF-ABEF4CDD9948}" destId="{A232B185-C279-4594-A651-E42CA40A5AA6}" srcOrd="0" destOrd="0" presId="urn:microsoft.com/office/officeart/2005/8/layout/process1"/>
    <dgm:cxn modelId="{BD68A44D-5116-426E-A0CC-B4962630E5C4}" type="presOf" srcId="{79D95BFC-B6F4-43CD-B1A6-A06DFF3125CE}" destId="{82DD1678-A47C-400F-BD89-3AC548D759D9}" srcOrd="0" destOrd="0" presId="urn:microsoft.com/office/officeart/2005/8/layout/process1"/>
    <dgm:cxn modelId="{7D948351-5F9F-417C-91D5-C12A2581FEAB}" type="presOf" srcId="{EBE5490F-A163-4F09-BF7D-C9DD6550335F}" destId="{384838CB-A3FA-43B9-AB0F-A2FD761946AD}" srcOrd="0" destOrd="0" presId="urn:microsoft.com/office/officeart/2005/8/layout/process1"/>
    <dgm:cxn modelId="{89D548C2-2D42-45A7-9D60-01BCCFFA6264}" type="presOf" srcId="{EBE5490F-A163-4F09-BF7D-C9DD6550335F}" destId="{0CFCA3A3-95A1-4743-894F-02B235A71EB7}" srcOrd="1" destOrd="0" presId="urn:microsoft.com/office/officeart/2005/8/layout/process1"/>
    <dgm:cxn modelId="{84F565AE-5F4B-4633-91CD-E2143EBC1D75}" type="presParOf" srcId="{3613B7CC-1B46-46D6-A5F9-42FF3498E6F9}" destId="{82DD1678-A47C-400F-BD89-3AC548D759D9}" srcOrd="0" destOrd="0" presId="urn:microsoft.com/office/officeart/2005/8/layout/process1"/>
    <dgm:cxn modelId="{084A0757-50F3-4C33-8832-11DD8E446144}" type="presParOf" srcId="{3613B7CC-1B46-46D6-A5F9-42FF3498E6F9}" destId="{384838CB-A3FA-43B9-AB0F-A2FD761946AD}" srcOrd="1" destOrd="0" presId="urn:microsoft.com/office/officeart/2005/8/layout/process1"/>
    <dgm:cxn modelId="{21F986F0-E4A8-4751-BB16-830800E91305}" type="presParOf" srcId="{384838CB-A3FA-43B9-AB0F-A2FD761946AD}" destId="{0CFCA3A3-95A1-4743-894F-02B235A71EB7}" srcOrd="0" destOrd="0" presId="urn:microsoft.com/office/officeart/2005/8/layout/process1"/>
    <dgm:cxn modelId="{11412D36-EBFB-4559-8765-D20E48D50CDB}" type="presParOf" srcId="{3613B7CC-1B46-46D6-A5F9-42FF3498E6F9}" destId="{A232B185-C279-4594-A651-E42CA40A5AA6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9FEE4C0-C6FC-45AC-8E66-A0161D7620F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463CC440-8F1F-4FD6-9BCF-ABEF4CDD9948}">
      <dgm:prSet phldrT="[Texto]"/>
      <dgm:spPr/>
      <dgm:t>
        <a:bodyPr/>
        <a:lstStyle/>
        <a:p>
          <a:r>
            <a:rPr lang="es-ES" dirty="0"/>
            <a:t>Informe con la descripción y planificación que ha seguido el proyecto</a:t>
          </a:r>
        </a:p>
      </dgm:t>
    </dgm:pt>
    <dgm:pt modelId="{D0734CBC-A10E-4440-BDB1-7EDF8A2D5581}" type="parTrans" cxnId="{D5D20415-F869-4142-BC8A-CFDDC69365BC}">
      <dgm:prSet/>
      <dgm:spPr/>
      <dgm:t>
        <a:bodyPr/>
        <a:lstStyle/>
        <a:p>
          <a:endParaRPr lang="es-ES"/>
        </a:p>
      </dgm:t>
    </dgm:pt>
    <dgm:pt modelId="{2BD0E2F3-3BDE-41AD-8D34-3EA510CC099F}" type="sibTrans" cxnId="{D5D20415-F869-4142-BC8A-CFDDC69365BC}">
      <dgm:prSet/>
      <dgm:spPr/>
      <dgm:t>
        <a:bodyPr/>
        <a:lstStyle/>
        <a:p>
          <a:endParaRPr lang="es-ES"/>
        </a:p>
      </dgm:t>
    </dgm:pt>
    <dgm:pt modelId="{79D95BFC-B6F4-43CD-B1A6-A06DFF3125CE}">
      <dgm:prSet phldrT="[Texto]"/>
      <dgm:spPr/>
      <dgm:t>
        <a:bodyPr/>
        <a:lstStyle/>
        <a:p>
          <a:r>
            <a:rPr lang="es-ES" b="1" dirty="0"/>
            <a:t>Lanzamiento del sistema</a:t>
          </a:r>
        </a:p>
      </dgm:t>
    </dgm:pt>
    <dgm:pt modelId="{EBE5490F-A163-4F09-BF7D-C9DD6550335F}" type="sibTrans" cxnId="{34DD7415-7AEF-4DC3-8EBF-E3843D9F3B1B}">
      <dgm:prSet/>
      <dgm:spPr/>
      <dgm:t>
        <a:bodyPr/>
        <a:lstStyle/>
        <a:p>
          <a:endParaRPr lang="es-ES"/>
        </a:p>
      </dgm:t>
    </dgm:pt>
    <dgm:pt modelId="{9E240159-9211-445C-8F3B-6CEE56EBF080}" type="parTrans" cxnId="{34DD7415-7AEF-4DC3-8EBF-E3843D9F3B1B}">
      <dgm:prSet/>
      <dgm:spPr/>
      <dgm:t>
        <a:bodyPr/>
        <a:lstStyle/>
        <a:p>
          <a:endParaRPr lang="es-ES"/>
        </a:p>
      </dgm:t>
    </dgm:pt>
    <dgm:pt modelId="{3613B7CC-1B46-46D6-A5F9-42FF3498E6F9}" type="pres">
      <dgm:prSet presAssocID="{19FEE4C0-C6FC-45AC-8E66-A0161D7620F4}" presName="Name0" presStyleCnt="0">
        <dgm:presLayoutVars>
          <dgm:dir/>
          <dgm:resizeHandles val="exact"/>
        </dgm:presLayoutVars>
      </dgm:prSet>
      <dgm:spPr/>
    </dgm:pt>
    <dgm:pt modelId="{82DD1678-A47C-400F-BD89-3AC548D759D9}" type="pres">
      <dgm:prSet presAssocID="{79D95BFC-B6F4-43CD-B1A6-A06DFF3125CE}" presName="node" presStyleLbl="node1" presStyleIdx="0" presStyleCnt="2">
        <dgm:presLayoutVars>
          <dgm:bulletEnabled val="1"/>
        </dgm:presLayoutVars>
      </dgm:prSet>
      <dgm:spPr/>
    </dgm:pt>
    <dgm:pt modelId="{384838CB-A3FA-43B9-AB0F-A2FD761946AD}" type="pres">
      <dgm:prSet presAssocID="{EBE5490F-A163-4F09-BF7D-C9DD6550335F}" presName="sibTrans" presStyleLbl="sibTrans2D1" presStyleIdx="0" presStyleCnt="1"/>
      <dgm:spPr/>
    </dgm:pt>
    <dgm:pt modelId="{0CFCA3A3-95A1-4743-894F-02B235A71EB7}" type="pres">
      <dgm:prSet presAssocID="{EBE5490F-A163-4F09-BF7D-C9DD6550335F}" presName="connectorText" presStyleLbl="sibTrans2D1" presStyleIdx="0" presStyleCnt="1"/>
      <dgm:spPr/>
    </dgm:pt>
    <dgm:pt modelId="{A232B185-C279-4594-A651-E42CA40A5AA6}" type="pres">
      <dgm:prSet presAssocID="{463CC440-8F1F-4FD6-9BCF-ABEF4CDD9948}" presName="node" presStyleLbl="node1" presStyleIdx="1" presStyleCnt="2" custLinFactNeighborX="117" custLinFactNeighborY="0">
        <dgm:presLayoutVars>
          <dgm:bulletEnabled val="1"/>
        </dgm:presLayoutVars>
      </dgm:prSet>
      <dgm:spPr/>
    </dgm:pt>
  </dgm:ptLst>
  <dgm:cxnLst>
    <dgm:cxn modelId="{F793BB0C-2B3F-47DA-A779-09317279E236}" type="presOf" srcId="{19FEE4C0-C6FC-45AC-8E66-A0161D7620F4}" destId="{3613B7CC-1B46-46D6-A5F9-42FF3498E6F9}" srcOrd="0" destOrd="0" presId="urn:microsoft.com/office/officeart/2005/8/layout/process1"/>
    <dgm:cxn modelId="{D5D20415-F869-4142-BC8A-CFDDC69365BC}" srcId="{19FEE4C0-C6FC-45AC-8E66-A0161D7620F4}" destId="{463CC440-8F1F-4FD6-9BCF-ABEF4CDD9948}" srcOrd="1" destOrd="0" parTransId="{D0734CBC-A10E-4440-BDB1-7EDF8A2D5581}" sibTransId="{2BD0E2F3-3BDE-41AD-8D34-3EA510CC099F}"/>
    <dgm:cxn modelId="{34DD7415-7AEF-4DC3-8EBF-E3843D9F3B1B}" srcId="{19FEE4C0-C6FC-45AC-8E66-A0161D7620F4}" destId="{79D95BFC-B6F4-43CD-B1A6-A06DFF3125CE}" srcOrd="0" destOrd="0" parTransId="{9E240159-9211-445C-8F3B-6CEE56EBF080}" sibTransId="{EBE5490F-A163-4F09-BF7D-C9DD6550335F}"/>
    <dgm:cxn modelId="{C55B1544-E358-4A52-9B5B-56A3EA6C97E9}" type="presOf" srcId="{463CC440-8F1F-4FD6-9BCF-ABEF4CDD9948}" destId="{A232B185-C279-4594-A651-E42CA40A5AA6}" srcOrd="0" destOrd="0" presId="urn:microsoft.com/office/officeart/2005/8/layout/process1"/>
    <dgm:cxn modelId="{BD68A44D-5116-426E-A0CC-B4962630E5C4}" type="presOf" srcId="{79D95BFC-B6F4-43CD-B1A6-A06DFF3125CE}" destId="{82DD1678-A47C-400F-BD89-3AC548D759D9}" srcOrd="0" destOrd="0" presId="urn:microsoft.com/office/officeart/2005/8/layout/process1"/>
    <dgm:cxn modelId="{7D948351-5F9F-417C-91D5-C12A2581FEAB}" type="presOf" srcId="{EBE5490F-A163-4F09-BF7D-C9DD6550335F}" destId="{384838CB-A3FA-43B9-AB0F-A2FD761946AD}" srcOrd="0" destOrd="0" presId="urn:microsoft.com/office/officeart/2005/8/layout/process1"/>
    <dgm:cxn modelId="{89D548C2-2D42-45A7-9D60-01BCCFFA6264}" type="presOf" srcId="{EBE5490F-A163-4F09-BF7D-C9DD6550335F}" destId="{0CFCA3A3-95A1-4743-894F-02B235A71EB7}" srcOrd="1" destOrd="0" presId="urn:microsoft.com/office/officeart/2005/8/layout/process1"/>
    <dgm:cxn modelId="{84F565AE-5F4B-4633-91CD-E2143EBC1D75}" type="presParOf" srcId="{3613B7CC-1B46-46D6-A5F9-42FF3498E6F9}" destId="{82DD1678-A47C-400F-BD89-3AC548D759D9}" srcOrd="0" destOrd="0" presId="urn:microsoft.com/office/officeart/2005/8/layout/process1"/>
    <dgm:cxn modelId="{084A0757-50F3-4C33-8832-11DD8E446144}" type="presParOf" srcId="{3613B7CC-1B46-46D6-A5F9-42FF3498E6F9}" destId="{384838CB-A3FA-43B9-AB0F-A2FD761946AD}" srcOrd="1" destOrd="0" presId="urn:microsoft.com/office/officeart/2005/8/layout/process1"/>
    <dgm:cxn modelId="{21F986F0-E4A8-4751-BB16-830800E91305}" type="presParOf" srcId="{384838CB-A3FA-43B9-AB0F-A2FD761946AD}" destId="{0CFCA3A3-95A1-4743-894F-02B235A71EB7}" srcOrd="0" destOrd="0" presId="urn:microsoft.com/office/officeart/2005/8/layout/process1"/>
    <dgm:cxn modelId="{11412D36-EBFB-4559-8765-D20E48D50CDB}" type="presParOf" srcId="{3613B7CC-1B46-46D6-A5F9-42FF3498E6F9}" destId="{A232B185-C279-4594-A651-E42CA40A5AA6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9FEE4C0-C6FC-45AC-8E66-A0161D7620F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463CC440-8F1F-4FD6-9BCF-ABEF4CDD9948}">
      <dgm:prSet phldrT="[Texto]"/>
      <dgm:spPr/>
      <dgm:t>
        <a:bodyPr/>
        <a:lstStyle/>
        <a:p>
          <a:r>
            <a:rPr lang="es-ES" dirty="0"/>
            <a:t>Informe con un resumen de la reunión realizada</a:t>
          </a:r>
        </a:p>
      </dgm:t>
    </dgm:pt>
    <dgm:pt modelId="{D0734CBC-A10E-4440-BDB1-7EDF8A2D5581}" type="parTrans" cxnId="{D5D20415-F869-4142-BC8A-CFDDC69365BC}">
      <dgm:prSet/>
      <dgm:spPr/>
      <dgm:t>
        <a:bodyPr/>
        <a:lstStyle/>
        <a:p>
          <a:endParaRPr lang="es-ES"/>
        </a:p>
      </dgm:t>
    </dgm:pt>
    <dgm:pt modelId="{2BD0E2F3-3BDE-41AD-8D34-3EA510CC099F}" type="sibTrans" cxnId="{D5D20415-F869-4142-BC8A-CFDDC69365BC}">
      <dgm:prSet/>
      <dgm:spPr/>
      <dgm:t>
        <a:bodyPr/>
        <a:lstStyle/>
        <a:p>
          <a:endParaRPr lang="es-ES"/>
        </a:p>
      </dgm:t>
    </dgm:pt>
    <dgm:pt modelId="{79D95BFC-B6F4-43CD-B1A6-A06DFF3125CE}">
      <dgm:prSet phldrT="[Texto]" custT="1"/>
      <dgm:spPr/>
      <dgm:t>
        <a:bodyPr/>
        <a:lstStyle/>
        <a:p>
          <a:r>
            <a:rPr lang="es-ES" sz="1900" b="1" dirty="0"/>
            <a:t>Reunión</a:t>
          </a:r>
          <a:r>
            <a:rPr lang="es-ES" sz="2100" b="1" dirty="0"/>
            <a:t> </a:t>
          </a:r>
          <a:r>
            <a:rPr lang="es-ES" sz="1900" b="1" dirty="0"/>
            <a:t>semanal</a:t>
          </a:r>
        </a:p>
      </dgm:t>
    </dgm:pt>
    <dgm:pt modelId="{EBE5490F-A163-4F09-BF7D-C9DD6550335F}" type="sibTrans" cxnId="{34DD7415-7AEF-4DC3-8EBF-E3843D9F3B1B}">
      <dgm:prSet/>
      <dgm:spPr/>
      <dgm:t>
        <a:bodyPr/>
        <a:lstStyle/>
        <a:p>
          <a:endParaRPr lang="es-ES"/>
        </a:p>
      </dgm:t>
    </dgm:pt>
    <dgm:pt modelId="{9E240159-9211-445C-8F3B-6CEE56EBF080}" type="parTrans" cxnId="{34DD7415-7AEF-4DC3-8EBF-E3843D9F3B1B}">
      <dgm:prSet/>
      <dgm:spPr/>
      <dgm:t>
        <a:bodyPr/>
        <a:lstStyle/>
        <a:p>
          <a:endParaRPr lang="es-ES"/>
        </a:p>
      </dgm:t>
    </dgm:pt>
    <dgm:pt modelId="{3613B7CC-1B46-46D6-A5F9-42FF3498E6F9}" type="pres">
      <dgm:prSet presAssocID="{19FEE4C0-C6FC-45AC-8E66-A0161D7620F4}" presName="Name0" presStyleCnt="0">
        <dgm:presLayoutVars>
          <dgm:dir/>
          <dgm:resizeHandles val="exact"/>
        </dgm:presLayoutVars>
      </dgm:prSet>
      <dgm:spPr/>
    </dgm:pt>
    <dgm:pt modelId="{82DD1678-A47C-400F-BD89-3AC548D759D9}" type="pres">
      <dgm:prSet presAssocID="{79D95BFC-B6F4-43CD-B1A6-A06DFF3125CE}" presName="node" presStyleLbl="node1" presStyleIdx="0" presStyleCnt="2">
        <dgm:presLayoutVars>
          <dgm:bulletEnabled val="1"/>
        </dgm:presLayoutVars>
      </dgm:prSet>
      <dgm:spPr/>
    </dgm:pt>
    <dgm:pt modelId="{384838CB-A3FA-43B9-AB0F-A2FD761946AD}" type="pres">
      <dgm:prSet presAssocID="{EBE5490F-A163-4F09-BF7D-C9DD6550335F}" presName="sibTrans" presStyleLbl="sibTrans2D1" presStyleIdx="0" presStyleCnt="1"/>
      <dgm:spPr/>
    </dgm:pt>
    <dgm:pt modelId="{0CFCA3A3-95A1-4743-894F-02B235A71EB7}" type="pres">
      <dgm:prSet presAssocID="{EBE5490F-A163-4F09-BF7D-C9DD6550335F}" presName="connectorText" presStyleLbl="sibTrans2D1" presStyleIdx="0" presStyleCnt="1"/>
      <dgm:spPr/>
    </dgm:pt>
    <dgm:pt modelId="{A232B185-C279-4594-A651-E42CA40A5AA6}" type="pres">
      <dgm:prSet presAssocID="{463CC440-8F1F-4FD6-9BCF-ABEF4CDD9948}" presName="node" presStyleLbl="node1" presStyleIdx="1" presStyleCnt="2" custLinFactNeighborX="117" custLinFactNeighborY="0">
        <dgm:presLayoutVars>
          <dgm:bulletEnabled val="1"/>
        </dgm:presLayoutVars>
      </dgm:prSet>
      <dgm:spPr/>
    </dgm:pt>
  </dgm:ptLst>
  <dgm:cxnLst>
    <dgm:cxn modelId="{F793BB0C-2B3F-47DA-A779-09317279E236}" type="presOf" srcId="{19FEE4C0-C6FC-45AC-8E66-A0161D7620F4}" destId="{3613B7CC-1B46-46D6-A5F9-42FF3498E6F9}" srcOrd="0" destOrd="0" presId="urn:microsoft.com/office/officeart/2005/8/layout/process1"/>
    <dgm:cxn modelId="{D5D20415-F869-4142-BC8A-CFDDC69365BC}" srcId="{19FEE4C0-C6FC-45AC-8E66-A0161D7620F4}" destId="{463CC440-8F1F-4FD6-9BCF-ABEF4CDD9948}" srcOrd="1" destOrd="0" parTransId="{D0734CBC-A10E-4440-BDB1-7EDF8A2D5581}" sibTransId="{2BD0E2F3-3BDE-41AD-8D34-3EA510CC099F}"/>
    <dgm:cxn modelId="{34DD7415-7AEF-4DC3-8EBF-E3843D9F3B1B}" srcId="{19FEE4C0-C6FC-45AC-8E66-A0161D7620F4}" destId="{79D95BFC-B6F4-43CD-B1A6-A06DFF3125CE}" srcOrd="0" destOrd="0" parTransId="{9E240159-9211-445C-8F3B-6CEE56EBF080}" sibTransId="{EBE5490F-A163-4F09-BF7D-C9DD6550335F}"/>
    <dgm:cxn modelId="{C55B1544-E358-4A52-9B5B-56A3EA6C97E9}" type="presOf" srcId="{463CC440-8F1F-4FD6-9BCF-ABEF4CDD9948}" destId="{A232B185-C279-4594-A651-E42CA40A5AA6}" srcOrd="0" destOrd="0" presId="urn:microsoft.com/office/officeart/2005/8/layout/process1"/>
    <dgm:cxn modelId="{BD68A44D-5116-426E-A0CC-B4962630E5C4}" type="presOf" srcId="{79D95BFC-B6F4-43CD-B1A6-A06DFF3125CE}" destId="{82DD1678-A47C-400F-BD89-3AC548D759D9}" srcOrd="0" destOrd="0" presId="urn:microsoft.com/office/officeart/2005/8/layout/process1"/>
    <dgm:cxn modelId="{7D948351-5F9F-417C-91D5-C12A2581FEAB}" type="presOf" srcId="{EBE5490F-A163-4F09-BF7D-C9DD6550335F}" destId="{384838CB-A3FA-43B9-AB0F-A2FD761946AD}" srcOrd="0" destOrd="0" presId="urn:microsoft.com/office/officeart/2005/8/layout/process1"/>
    <dgm:cxn modelId="{89D548C2-2D42-45A7-9D60-01BCCFFA6264}" type="presOf" srcId="{EBE5490F-A163-4F09-BF7D-C9DD6550335F}" destId="{0CFCA3A3-95A1-4743-894F-02B235A71EB7}" srcOrd="1" destOrd="0" presId="urn:microsoft.com/office/officeart/2005/8/layout/process1"/>
    <dgm:cxn modelId="{84F565AE-5F4B-4633-91CD-E2143EBC1D75}" type="presParOf" srcId="{3613B7CC-1B46-46D6-A5F9-42FF3498E6F9}" destId="{82DD1678-A47C-400F-BD89-3AC548D759D9}" srcOrd="0" destOrd="0" presId="urn:microsoft.com/office/officeart/2005/8/layout/process1"/>
    <dgm:cxn modelId="{084A0757-50F3-4C33-8832-11DD8E446144}" type="presParOf" srcId="{3613B7CC-1B46-46D6-A5F9-42FF3498E6F9}" destId="{384838CB-A3FA-43B9-AB0F-A2FD761946AD}" srcOrd="1" destOrd="0" presId="urn:microsoft.com/office/officeart/2005/8/layout/process1"/>
    <dgm:cxn modelId="{21F986F0-E4A8-4751-BB16-830800E91305}" type="presParOf" srcId="{384838CB-A3FA-43B9-AB0F-A2FD761946AD}" destId="{0CFCA3A3-95A1-4743-894F-02B235A71EB7}" srcOrd="0" destOrd="0" presId="urn:microsoft.com/office/officeart/2005/8/layout/process1"/>
    <dgm:cxn modelId="{11412D36-EBFB-4559-8765-D20E48D50CDB}" type="presParOf" srcId="{3613B7CC-1B46-46D6-A5F9-42FF3498E6F9}" destId="{A232B185-C279-4594-A651-E42CA40A5AA6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16431E-C0D5-49E0-A4A5-5A333272BD19}">
      <dsp:nvSpPr>
        <dsp:cNvPr id="0" name=""/>
        <dsp:cNvSpPr/>
      </dsp:nvSpPr>
      <dsp:spPr>
        <a:xfrm>
          <a:off x="0" y="72500"/>
          <a:ext cx="6513603" cy="7435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Conseguir beneficios.</a:t>
          </a:r>
          <a:endParaRPr lang="en-US" sz="3100" kern="1200"/>
        </a:p>
      </dsp:txBody>
      <dsp:txXfrm>
        <a:off x="36296" y="108796"/>
        <a:ext cx="6441011" cy="670943"/>
      </dsp:txXfrm>
    </dsp:sp>
    <dsp:sp modelId="{EADD065F-83E1-4957-8836-159AC7B16666}">
      <dsp:nvSpPr>
        <dsp:cNvPr id="0" name=""/>
        <dsp:cNvSpPr/>
      </dsp:nvSpPr>
      <dsp:spPr>
        <a:xfrm>
          <a:off x="0" y="905315"/>
          <a:ext cx="6513603" cy="743535"/>
        </a:xfrm>
        <a:prstGeom prst="roundRect">
          <a:avLst/>
        </a:prstGeom>
        <a:solidFill>
          <a:schemeClr val="accent5">
            <a:hueOff val="-1126424"/>
            <a:satOff val="-2903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Desarrollo de aplicación IOS y Android.</a:t>
          </a:r>
          <a:endParaRPr lang="en-US" sz="3100" kern="1200"/>
        </a:p>
      </dsp:txBody>
      <dsp:txXfrm>
        <a:off x="36296" y="941611"/>
        <a:ext cx="6441011" cy="670943"/>
      </dsp:txXfrm>
    </dsp:sp>
    <dsp:sp modelId="{D1D80FC9-2347-4CC1-83BA-406956FCD1AA}">
      <dsp:nvSpPr>
        <dsp:cNvPr id="0" name=""/>
        <dsp:cNvSpPr/>
      </dsp:nvSpPr>
      <dsp:spPr>
        <a:xfrm>
          <a:off x="0" y="1738130"/>
          <a:ext cx="6513603" cy="743535"/>
        </a:xfrm>
        <a:prstGeom prst="round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Visibilidad de nuestra aplicación.</a:t>
          </a:r>
          <a:endParaRPr lang="en-US" sz="3100" kern="1200"/>
        </a:p>
      </dsp:txBody>
      <dsp:txXfrm>
        <a:off x="36296" y="1774426"/>
        <a:ext cx="6441011" cy="670943"/>
      </dsp:txXfrm>
    </dsp:sp>
    <dsp:sp modelId="{ECD48C4F-78DA-42D8-B1BC-F7AE59DBC794}">
      <dsp:nvSpPr>
        <dsp:cNvPr id="0" name=""/>
        <dsp:cNvSpPr/>
      </dsp:nvSpPr>
      <dsp:spPr>
        <a:xfrm>
          <a:off x="0" y="2570945"/>
          <a:ext cx="6513603" cy="743535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Marketing.</a:t>
          </a:r>
          <a:endParaRPr lang="en-US" sz="3100" kern="1200"/>
        </a:p>
      </dsp:txBody>
      <dsp:txXfrm>
        <a:off x="36296" y="2607241"/>
        <a:ext cx="6441011" cy="670943"/>
      </dsp:txXfrm>
    </dsp:sp>
    <dsp:sp modelId="{B0431EA4-8804-4826-852F-D776EAEC5EC7}">
      <dsp:nvSpPr>
        <dsp:cNvPr id="0" name=""/>
        <dsp:cNvSpPr/>
      </dsp:nvSpPr>
      <dsp:spPr>
        <a:xfrm>
          <a:off x="0" y="3403760"/>
          <a:ext cx="6513603" cy="743535"/>
        </a:xfrm>
        <a:prstGeom prst="round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Atraer el interés de empresas.</a:t>
          </a:r>
          <a:endParaRPr lang="en-US" sz="3100" kern="1200"/>
        </a:p>
      </dsp:txBody>
      <dsp:txXfrm>
        <a:off x="36296" y="3440056"/>
        <a:ext cx="6441011" cy="670943"/>
      </dsp:txXfrm>
    </dsp:sp>
    <dsp:sp modelId="{1BA2B3F1-45DA-4A02-AF34-95F01F4B5D64}">
      <dsp:nvSpPr>
        <dsp:cNvPr id="0" name=""/>
        <dsp:cNvSpPr/>
      </dsp:nvSpPr>
      <dsp:spPr>
        <a:xfrm>
          <a:off x="0" y="4236575"/>
          <a:ext cx="6513603" cy="743535"/>
        </a:xfrm>
        <a:prstGeom prst="roundRect">
          <a:avLst/>
        </a:prstGeom>
        <a:solidFill>
          <a:schemeClr val="accent5">
            <a:hueOff val="-5632119"/>
            <a:satOff val="-14516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Conseguir financiación.</a:t>
          </a:r>
          <a:endParaRPr lang="en-US" sz="3100" kern="1200"/>
        </a:p>
      </dsp:txBody>
      <dsp:txXfrm>
        <a:off x="36296" y="4272871"/>
        <a:ext cx="6441011" cy="670943"/>
      </dsp:txXfrm>
    </dsp:sp>
    <dsp:sp modelId="{DADE8656-44EB-4CF6-8762-E1C6ED40951C}">
      <dsp:nvSpPr>
        <dsp:cNvPr id="0" name=""/>
        <dsp:cNvSpPr/>
      </dsp:nvSpPr>
      <dsp:spPr>
        <a:xfrm>
          <a:off x="0" y="5069390"/>
          <a:ext cx="6513603" cy="743535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Políticas de referidos.</a:t>
          </a:r>
          <a:endParaRPr lang="en-US" sz="3100" kern="1200"/>
        </a:p>
      </dsp:txBody>
      <dsp:txXfrm>
        <a:off x="36296" y="5105686"/>
        <a:ext cx="6441011" cy="6709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509D97-D589-493E-9C05-345572BB788C}">
      <dsp:nvSpPr>
        <dsp:cNvPr id="0" name=""/>
        <dsp:cNvSpPr/>
      </dsp:nvSpPr>
      <dsp:spPr>
        <a:xfrm>
          <a:off x="0" y="2442"/>
          <a:ext cx="6513603" cy="12380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38975D-1C00-472D-9A34-3CD8AA6F80D3}">
      <dsp:nvSpPr>
        <dsp:cNvPr id="0" name=""/>
        <dsp:cNvSpPr/>
      </dsp:nvSpPr>
      <dsp:spPr>
        <a:xfrm>
          <a:off x="374497" y="280994"/>
          <a:ext cx="680904" cy="6809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44740D-7865-439B-92CD-240F0A349F03}">
      <dsp:nvSpPr>
        <dsp:cNvPr id="0" name=""/>
        <dsp:cNvSpPr/>
      </dsp:nvSpPr>
      <dsp:spPr>
        <a:xfrm>
          <a:off x="1429899" y="2442"/>
          <a:ext cx="5083704" cy="1238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23" tIns="131023" rIns="131023" bIns="1310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Ampliación de nuestra aplicación fuera de la Comunidad de Madrid.</a:t>
          </a:r>
          <a:endParaRPr lang="en-US" sz="2200" kern="1200"/>
        </a:p>
      </dsp:txBody>
      <dsp:txXfrm>
        <a:off x="1429899" y="2442"/>
        <a:ext cx="5083704" cy="1238008"/>
      </dsp:txXfrm>
    </dsp:sp>
    <dsp:sp modelId="{983E87A5-D2F9-41B1-A3D3-4CEDBACED4E1}">
      <dsp:nvSpPr>
        <dsp:cNvPr id="0" name=""/>
        <dsp:cNvSpPr/>
      </dsp:nvSpPr>
      <dsp:spPr>
        <a:xfrm>
          <a:off x="0" y="1549953"/>
          <a:ext cx="6513603" cy="12380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FD92B3-2D45-4442-BACD-C9CB740B1511}">
      <dsp:nvSpPr>
        <dsp:cNvPr id="0" name=""/>
        <dsp:cNvSpPr/>
      </dsp:nvSpPr>
      <dsp:spPr>
        <a:xfrm>
          <a:off x="374497" y="1828505"/>
          <a:ext cx="680904" cy="6809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284ADF-0071-499D-8E0B-ABF73BB5F139}">
      <dsp:nvSpPr>
        <dsp:cNvPr id="0" name=""/>
        <dsp:cNvSpPr/>
      </dsp:nvSpPr>
      <dsp:spPr>
        <a:xfrm>
          <a:off x="1429899" y="1549953"/>
          <a:ext cx="5083704" cy="1238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23" tIns="131023" rIns="131023" bIns="1310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Planear suscripción mensual o de único pago.</a:t>
          </a:r>
          <a:endParaRPr lang="en-US" sz="2200" kern="1200"/>
        </a:p>
      </dsp:txBody>
      <dsp:txXfrm>
        <a:off x="1429899" y="1549953"/>
        <a:ext cx="5083704" cy="1238008"/>
      </dsp:txXfrm>
    </dsp:sp>
    <dsp:sp modelId="{B6896ED3-BC5C-45AA-A37A-355626DE63AA}">
      <dsp:nvSpPr>
        <dsp:cNvPr id="0" name=""/>
        <dsp:cNvSpPr/>
      </dsp:nvSpPr>
      <dsp:spPr>
        <a:xfrm>
          <a:off x="0" y="3097464"/>
          <a:ext cx="6513603" cy="123800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20972C-C883-4B67-AE51-7195E33037A5}">
      <dsp:nvSpPr>
        <dsp:cNvPr id="0" name=""/>
        <dsp:cNvSpPr/>
      </dsp:nvSpPr>
      <dsp:spPr>
        <a:xfrm>
          <a:off x="374497" y="3376015"/>
          <a:ext cx="680904" cy="6809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7B22D3-7924-41FA-A944-AE0262E08AD6}">
      <dsp:nvSpPr>
        <dsp:cNvPr id="0" name=""/>
        <dsp:cNvSpPr/>
      </dsp:nvSpPr>
      <dsp:spPr>
        <a:xfrm>
          <a:off x="1429899" y="3097464"/>
          <a:ext cx="5083704" cy="1238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23" tIns="131023" rIns="131023" bIns="1310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Venta de la aplicación.</a:t>
          </a:r>
          <a:endParaRPr lang="en-US" sz="2200" kern="1200"/>
        </a:p>
      </dsp:txBody>
      <dsp:txXfrm>
        <a:off x="1429899" y="3097464"/>
        <a:ext cx="5083704" cy="1238008"/>
      </dsp:txXfrm>
    </dsp:sp>
    <dsp:sp modelId="{D356FB6C-AF3F-4808-85AA-9EAAE328FC24}">
      <dsp:nvSpPr>
        <dsp:cNvPr id="0" name=""/>
        <dsp:cNvSpPr/>
      </dsp:nvSpPr>
      <dsp:spPr>
        <a:xfrm>
          <a:off x="0" y="4644974"/>
          <a:ext cx="6513603" cy="123800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0BF804-89AF-49F2-89FD-CEB9DEC64AC5}">
      <dsp:nvSpPr>
        <dsp:cNvPr id="0" name=""/>
        <dsp:cNvSpPr/>
      </dsp:nvSpPr>
      <dsp:spPr>
        <a:xfrm>
          <a:off x="374497" y="4923526"/>
          <a:ext cx="680904" cy="68090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8F19D3-BD31-40AC-BDA5-141F21675EA6}">
      <dsp:nvSpPr>
        <dsp:cNvPr id="0" name=""/>
        <dsp:cNvSpPr/>
      </dsp:nvSpPr>
      <dsp:spPr>
        <a:xfrm>
          <a:off x="1429899" y="4644974"/>
          <a:ext cx="5083704" cy="1238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23" tIns="131023" rIns="131023" bIns="1310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Expansión de la aplicación fuera del territorio español.</a:t>
          </a:r>
          <a:endParaRPr lang="en-US" sz="2200" kern="1200"/>
        </a:p>
      </dsp:txBody>
      <dsp:txXfrm>
        <a:off x="1429899" y="4644974"/>
        <a:ext cx="5083704" cy="12380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B266FE-21EC-40BC-9B22-D9886195E3CA}">
      <dsp:nvSpPr>
        <dsp:cNvPr id="0" name=""/>
        <dsp:cNvSpPr/>
      </dsp:nvSpPr>
      <dsp:spPr>
        <a:xfrm>
          <a:off x="0" y="7632"/>
          <a:ext cx="6513603" cy="22124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Para poder realizar este proyecto estos son los procesos necesarios para poder desarrollarlo de forma eficiente:</a:t>
          </a:r>
          <a:endParaRPr lang="en-US" sz="3100" kern="1200"/>
        </a:p>
      </dsp:txBody>
      <dsp:txXfrm>
        <a:off x="108004" y="115636"/>
        <a:ext cx="6297595" cy="1996462"/>
      </dsp:txXfrm>
    </dsp:sp>
    <dsp:sp modelId="{8E50B6F8-A6B3-4F85-996D-0D0B9AB89E9B}">
      <dsp:nvSpPr>
        <dsp:cNvPr id="0" name=""/>
        <dsp:cNvSpPr/>
      </dsp:nvSpPr>
      <dsp:spPr>
        <a:xfrm>
          <a:off x="0" y="2220103"/>
          <a:ext cx="6513603" cy="3657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807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400" kern="1200"/>
            <a:t>Estudio del sistema a desarrollar 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400" kern="1200"/>
            <a:t>Requisitos 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400" kern="1200"/>
            <a:t>Diseño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400" kern="1200"/>
            <a:t>Desarrollo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400" kern="1200"/>
            <a:t>Pruebas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400" kern="1200"/>
            <a:t>Instalación del software 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400" kern="1200"/>
            <a:t>Lanzamiento de sistema 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400" kern="1200"/>
            <a:t>Reunión semanal </a:t>
          </a:r>
          <a:br>
            <a:rPr lang="es-ES" sz="2400" kern="1200"/>
          </a:br>
          <a:endParaRPr lang="en-US" sz="2400" kern="1200"/>
        </a:p>
      </dsp:txBody>
      <dsp:txXfrm>
        <a:off x="0" y="2220103"/>
        <a:ext cx="6513603" cy="36576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36EAFA-B203-487E-94AF-1DF771755DA1}">
      <dsp:nvSpPr>
        <dsp:cNvPr id="0" name=""/>
        <dsp:cNvSpPr/>
      </dsp:nvSpPr>
      <dsp:spPr>
        <a:xfrm>
          <a:off x="0" y="78552"/>
          <a:ext cx="6513603" cy="2283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kern="1200"/>
            <a:t>Después de las fases anteriormente citadas se realiza un entregable con informes y/o archivos de cada una de estas:</a:t>
          </a:r>
          <a:endParaRPr lang="en-US" sz="3200" kern="1200"/>
        </a:p>
      </dsp:txBody>
      <dsp:txXfrm>
        <a:off x="111488" y="190040"/>
        <a:ext cx="6290627" cy="2060864"/>
      </dsp:txXfrm>
    </dsp:sp>
    <dsp:sp modelId="{D53249B8-CC07-4880-AF51-C40A3E5819EF}">
      <dsp:nvSpPr>
        <dsp:cNvPr id="0" name=""/>
        <dsp:cNvSpPr/>
      </dsp:nvSpPr>
      <dsp:spPr>
        <a:xfrm>
          <a:off x="0" y="2362393"/>
          <a:ext cx="6513603" cy="3444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807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500" kern="1200"/>
            <a:t>Estudio sistema a desarrollar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500" kern="1200"/>
            <a:t>Requisitos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500" kern="1200"/>
            <a:t>Diseño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500" kern="1200"/>
            <a:t>Desarrollo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500" kern="1200"/>
            <a:t>Pruebas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500" kern="1200"/>
            <a:t>Instalación del software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500" kern="1200"/>
            <a:t>Lanzamiento del sistema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500" kern="1200"/>
            <a:t>Reunión semanal</a:t>
          </a:r>
          <a:endParaRPr lang="en-US" sz="2500" kern="1200"/>
        </a:p>
      </dsp:txBody>
      <dsp:txXfrm>
        <a:off x="0" y="2362393"/>
        <a:ext cx="6513603" cy="34444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D1678-A47C-400F-BD89-3AC548D759D9}">
      <dsp:nvSpPr>
        <dsp:cNvPr id="0" name=""/>
        <dsp:cNvSpPr/>
      </dsp:nvSpPr>
      <dsp:spPr>
        <a:xfrm>
          <a:off x="1024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Requisitos</a:t>
          </a:r>
        </a:p>
      </dsp:txBody>
      <dsp:txXfrm>
        <a:off x="39426" y="1290709"/>
        <a:ext cx="2108435" cy="1234339"/>
      </dsp:txXfrm>
    </dsp:sp>
    <dsp:sp modelId="{384838CB-A3FA-43B9-AB0F-A2FD761946AD}">
      <dsp:nvSpPr>
        <dsp:cNvPr id="0" name=""/>
        <dsp:cNvSpPr/>
      </dsp:nvSpPr>
      <dsp:spPr>
        <a:xfrm>
          <a:off x="2404788" y="1636909"/>
          <a:ext cx="463270" cy="541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000" kern="1200"/>
        </a:p>
      </dsp:txBody>
      <dsp:txXfrm>
        <a:off x="2404788" y="1745297"/>
        <a:ext cx="324289" cy="325163"/>
      </dsp:txXfrm>
    </dsp:sp>
    <dsp:sp modelId="{A232B185-C279-4594-A651-E42CA40A5AA6}">
      <dsp:nvSpPr>
        <dsp:cNvPr id="0" name=""/>
        <dsp:cNvSpPr/>
      </dsp:nvSpPr>
      <dsp:spPr>
        <a:xfrm>
          <a:off x="3060359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Informe con la especificación de requisitos</a:t>
          </a:r>
        </a:p>
      </dsp:txBody>
      <dsp:txXfrm>
        <a:off x="3098761" y="1290709"/>
        <a:ext cx="2108435" cy="12343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D1678-A47C-400F-BD89-3AC548D759D9}">
      <dsp:nvSpPr>
        <dsp:cNvPr id="0" name=""/>
        <dsp:cNvSpPr/>
      </dsp:nvSpPr>
      <dsp:spPr>
        <a:xfrm>
          <a:off x="1024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Estudio del sistema a desarrollar</a:t>
          </a:r>
        </a:p>
      </dsp:txBody>
      <dsp:txXfrm>
        <a:off x="39426" y="1290709"/>
        <a:ext cx="2108435" cy="1234339"/>
      </dsp:txXfrm>
    </dsp:sp>
    <dsp:sp modelId="{384838CB-A3FA-43B9-AB0F-A2FD761946AD}">
      <dsp:nvSpPr>
        <dsp:cNvPr id="0" name=""/>
        <dsp:cNvSpPr/>
      </dsp:nvSpPr>
      <dsp:spPr>
        <a:xfrm>
          <a:off x="2404788" y="1636909"/>
          <a:ext cx="463270" cy="541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500" kern="1200"/>
        </a:p>
      </dsp:txBody>
      <dsp:txXfrm>
        <a:off x="2404788" y="1745297"/>
        <a:ext cx="324289" cy="325163"/>
      </dsp:txXfrm>
    </dsp:sp>
    <dsp:sp modelId="{A232B185-C279-4594-A651-E42CA40A5AA6}">
      <dsp:nvSpPr>
        <dsp:cNvPr id="0" name=""/>
        <dsp:cNvSpPr/>
      </dsp:nvSpPr>
      <dsp:spPr>
        <a:xfrm>
          <a:off x="3060359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Informe con el estudio del sistema a desarrollar</a:t>
          </a:r>
        </a:p>
      </dsp:txBody>
      <dsp:txXfrm>
        <a:off x="3098761" y="1290709"/>
        <a:ext cx="2108435" cy="123433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D1678-A47C-400F-BD89-3AC548D759D9}">
      <dsp:nvSpPr>
        <dsp:cNvPr id="0" name=""/>
        <dsp:cNvSpPr/>
      </dsp:nvSpPr>
      <dsp:spPr>
        <a:xfrm>
          <a:off x="1024" y="1160117"/>
          <a:ext cx="2185239" cy="14955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Diseño</a:t>
          </a:r>
        </a:p>
      </dsp:txBody>
      <dsp:txXfrm>
        <a:off x="44826" y="1203919"/>
        <a:ext cx="2097635" cy="1407919"/>
      </dsp:txXfrm>
    </dsp:sp>
    <dsp:sp modelId="{384838CB-A3FA-43B9-AB0F-A2FD761946AD}">
      <dsp:nvSpPr>
        <dsp:cNvPr id="0" name=""/>
        <dsp:cNvSpPr/>
      </dsp:nvSpPr>
      <dsp:spPr>
        <a:xfrm>
          <a:off x="2404788" y="1636909"/>
          <a:ext cx="463270" cy="541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400" kern="1200"/>
        </a:p>
      </dsp:txBody>
      <dsp:txXfrm>
        <a:off x="2404788" y="1745297"/>
        <a:ext cx="324289" cy="325163"/>
      </dsp:txXfrm>
    </dsp:sp>
    <dsp:sp modelId="{A232B185-C279-4594-A651-E42CA40A5AA6}">
      <dsp:nvSpPr>
        <dsp:cNvPr id="0" name=""/>
        <dsp:cNvSpPr/>
      </dsp:nvSpPr>
      <dsp:spPr>
        <a:xfrm>
          <a:off x="3060359" y="1160117"/>
          <a:ext cx="2185239" cy="14955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Informe con la descripción de la arquitectura y con los archivos de la interfaz</a:t>
          </a:r>
        </a:p>
      </dsp:txBody>
      <dsp:txXfrm>
        <a:off x="3104161" y="1203919"/>
        <a:ext cx="2097635" cy="140791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D1678-A47C-400F-BD89-3AC548D759D9}">
      <dsp:nvSpPr>
        <dsp:cNvPr id="0" name=""/>
        <dsp:cNvSpPr/>
      </dsp:nvSpPr>
      <dsp:spPr>
        <a:xfrm>
          <a:off x="1024" y="1006467"/>
          <a:ext cx="2185239" cy="18028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Desarrollo</a:t>
          </a:r>
        </a:p>
      </dsp:txBody>
      <dsp:txXfrm>
        <a:off x="53827" y="1059270"/>
        <a:ext cx="2079633" cy="1697216"/>
      </dsp:txXfrm>
    </dsp:sp>
    <dsp:sp modelId="{384838CB-A3FA-43B9-AB0F-A2FD761946AD}">
      <dsp:nvSpPr>
        <dsp:cNvPr id="0" name=""/>
        <dsp:cNvSpPr/>
      </dsp:nvSpPr>
      <dsp:spPr>
        <a:xfrm>
          <a:off x="2405043" y="1636909"/>
          <a:ext cx="463812" cy="541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400" kern="1200"/>
        </a:p>
      </dsp:txBody>
      <dsp:txXfrm>
        <a:off x="2405043" y="1745297"/>
        <a:ext cx="324668" cy="325163"/>
      </dsp:txXfrm>
    </dsp:sp>
    <dsp:sp modelId="{A232B185-C279-4594-A651-E42CA40A5AA6}">
      <dsp:nvSpPr>
        <dsp:cNvPr id="0" name=""/>
        <dsp:cNvSpPr/>
      </dsp:nvSpPr>
      <dsp:spPr>
        <a:xfrm>
          <a:off x="3061382" y="1006467"/>
          <a:ext cx="2185239" cy="18028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Informe con la documentación del código al igual que los archivos con el código bien comentado</a:t>
          </a:r>
        </a:p>
      </dsp:txBody>
      <dsp:txXfrm>
        <a:off x="3114185" y="1059270"/>
        <a:ext cx="2079633" cy="169721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D1678-A47C-400F-BD89-3AC548D759D9}">
      <dsp:nvSpPr>
        <dsp:cNvPr id="0" name=""/>
        <dsp:cNvSpPr/>
      </dsp:nvSpPr>
      <dsp:spPr>
        <a:xfrm>
          <a:off x="1024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Pruebas</a:t>
          </a:r>
        </a:p>
      </dsp:txBody>
      <dsp:txXfrm>
        <a:off x="39426" y="1290709"/>
        <a:ext cx="2108435" cy="1234339"/>
      </dsp:txXfrm>
    </dsp:sp>
    <dsp:sp modelId="{384838CB-A3FA-43B9-AB0F-A2FD761946AD}">
      <dsp:nvSpPr>
        <dsp:cNvPr id="0" name=""/>
        <dsp:cNvSpPr/>
      </dsp:nvSpPr>
      <dsp:spPr>
        <a:xfrm>
          <a:off x="2404788" y="1636909"/>
          <a:ext cx="463270" cy="541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/>
        </a:p>
      </dsp:txBody>
      <dsp:txXfrm>
        <a:off x="2404788" y="1745297"/>
        <a:ext cx="324289" cy="325163"/>
      </dsp:txXfrm>
    </dsp:sp>
    <dsp:sp modelId="{A232B185-C279-4594-A651-E42CA40A5AA6}">
      <dsp:nvSpPr>
        <dsp:cNvPr id="0" name=""/>
        <dsp:cNvSpPr/>
      </dsp:nvSpPr>
      <dsp:spPr>
        <a:xfrm>
          <a:off x="3060359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Informe con los resultados de las pruebas realizadas</a:t>
          </a:r>
        </a:p>
      </dsp:txBody>
      <dsp:txXfrm>
        <a:off x="3098761" y="1290709"/>
        <a:ext cx="2108435" cy="123433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D1678-A47C-400F-BD89-3AC548D759D9}">
      <dsp:nvSpPr>
        <dsp:cNvPr id="0" name=""/>
        <dsp:cNvSpPr/>
      </dsp:nvSpPr>
      <dsp:spPr>
        <a:xfrm>
          <a:off x="1024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Instalación de software</a:t>
          </a:r>
        </a:p>
      </dsp:txBody>
      <dsp:txXfrm>
        <a:off x="39426" y="1290709"/>
        <a:ext cx="2108435" cy="1234339"/>
      </dsp:txXfrm>
    </dsp:sp>
    <dsp:sp modelId="{384838CB-A3FA-43B9-AB0F-A2FD761946AD}">
      <dsp:nvSpPr>
        <dsp:cNvPr id="0" name=""/>
        <dsp:cNvSpPr/>
      </dsp:nvSpPr>
      <dsp:spPr>
        <a:xfrm>
          <a:off x="2405043" y="1636909"/>
          <a:ext cx="463812" cy="541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/>
        </a:p>
      </dsp:txBody>
      <dsp:txXfrm>
        <a:off x="2405043" y="1745297"/>
        <a:ext cx="324668" cy="325163"/>
      </dsp:txXfrm>
    </dsp:sp>
    <dsp:sp modelId="{A232B185-C279-4594-A651-E42CA40A5AA6}">
      <dsp:nvSpPr>
        <dsp:cNvPr id="0" name=""/>
        <dsp:cNvSpPr/>
      </dsp:nvSpPr>
      <dsp:spPr>
        <a:xfrm>
          <a:off x="3061382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Informe con la descripción de todo el software del sistema final</a:t>
          </a:r>
        </a:p>
      </dsp:txBody>
      <dsp:txXfrm>
        <a:off x="3099784" y="1290709"/>
        <a:ext cx="2108435" cy="123433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D1678-A47C-400F-BD89-3AC548D759D9}">
      <dsp:nvSpPr>
        <dsp:cNvPr id="0" name=""/>
        <dsp:cNvSpPr/>
      </dsp:nvSpPr>
      <dsp:spPr>
        <a:xfrm>
          <a:off x="1024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Lanzamiento del sistema</a:t>
          </a:r>
        </a:p>
      </dsp:txBody>
      <dsp:txXfrm>
        <a:off x="39426" y="1290709"/>
        <a:ext cx="2108435" cy="1234339"/>
      </dsp:txXfrm>
    </dsp:sp>
    <dsp:sp modelId="{384838CB-A3FA-43B9-AB0F-A2FD761946AD}">
      <dsp:nvSpPr>
        <dsp:cNvPr id="0" name=""/>
        <dsp:cNvSpPr/>
      </dsp:nvSpPr>
      <dsp:spPr>
        <a:xfrm>
          <a:off x="2405043" y="1636909"/>
          <a:ext cx="463812" cy="541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500" kern="1200"/>
        </a:p>
      </dsp:txBody>
      <dsp:txXfrm>
        <a:off x="2405043" y="1745297"/>
        <a:ext cx="324668" cy="325163"/>
      </dsp:txXfrm>
    </dsp:sp>
    <dsp:sp modelId="{A232B185-C279-4594-A651-E42CA40A5AA6}">
      <dsp:nvSpPr>
        <dsp:cNvPr id="0" name=""/>
        <dsp:cNvSpPr/>
      </dsp:nvSpPr>
      <dsp:spPr>
        <a:xfrm>
          <a:off x="3061382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Informe con la descripción y planificación que ha seguido el proyecto</a:t>
          </a:r>
        </a:p>
      </dsp:txBody>
      <dsp:txXfrm>
        <a:off x="3099784" y="1290709"/>
        <a:ext cx="2108435" cy="123433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D1678-A47C-400F-BD89-3AC548D759D9}">
      <dsp:nvSpPr>
        <dsp:cNvPr id="0" name=""/>
        <dsp:cNvSpPr/>
      </dsp:nvSpPr>
      <dsp:spPr>
        <a:xfrm>
          <a:off x="1024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Reunión</a:t>
          </a:r>
          <a:r>
            <a:rPr lang="es-ES" sz="2100" b="1" kern="1200" dirty="0"/>
            <a:t> </a:t>
          </a:r>
          <a:r>
            <a:rPr lang="es-ES" sz="1900" b="1" kern="1200" dirty="0"/>
            <a:t>semanal</a:t>
          </a:r>
        </a:p>
      </dsp:txBody>
      <dsp:txXfrm>
        <a:off x="39426" y="1290709"/>
        <a:ext cx="2108435" cy="1234339"/>
      </dsp:txXfrm>
    </dsp:sp>
    <dsp:sp modelId="{384838CB-A3FA-43B9-AB0F-A2FD761946AD}">
      <dsp:nvSpPr>
        <dsp:cNvPr id="0" name=""/>
        <dsp:cNvSpPr/>
      </dsp:nvSpPr>
      <dsp:spPr>
        <a:xfrm>
          <a:off x="2405043" y="1636909"/>
          <a:ext cx="463812" cy="541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700" kern="1200"/>
        </a:p>
      </dsp:txBody>
      <dsp:txXfrm>
        <a:off x="2405043" y="1745297"/>
        <a:ext cx="324668" cy="325163"/>
      </dsp:txXfrm>
    </dsp:sp>
    <dsp:sp modelId="{A232B185-C279-4594-A651-E42CA40A5AA6}">
      <dsp:nvSpPr>
        <dsp:cNvPr id="0" name=""/>
        <dsp:cNvSpPr/>
      </dsp:nvSpPr>
      <dsp:spPr>
        <a:xfrm>
          <a:off x="3061382" y="1252307"/>
          <a:ext cx="2185239" cy="1311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Informe con un resumen de la reunión realizada</a:t>
          </a:r>
        </a:p>
      </dsp:txBody>
      <dsp:txXfrm>
        <a:off x="3099784" y="1290709"/>
        <a:ext cx="2108435" cy="12343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42494-C204-481F-B024-892AB48BE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26FCF9-3AEC-4300-B200-28980513E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406D64-D07F-48CA-87BC-953FDE570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3C05B0-68ED-4E61-A9E6-7BC685BE2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6E7A88-39C6-4B77-8209-DEBD76E26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6824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4F184-1790-4A93-A030-384F43F9B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C5D878-0C4B-4799-8FDA-46BC9B3A3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9E5F84-317E-4B39-ABAE-6F4B81089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FAD32A-A1C7-4134-8838-AA8B8E2F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BF77EC-1F95-4C37-AAF5-CFEE32E0E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1778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99AAE-BF4D-4FA8-9706-2ACF571BA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B85B11-970E-4C95-963A-A0C6310FC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82A246-93F2-44EB-921E-B6072772B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28A953-E194-4268-B8A8-3E53CC937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C9DCA2-D757-49F8-B484-3B5B951AA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3558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F7CC8-81A3-4B18-80A0-E75401EDA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9677D9-A53B-4193-B2DC-B8097E2B83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85B581-235D-4727-AB37-86451017B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A98303-3F64-45FE-86CB-3E86AC3D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2DCF48-EB82-48CB-8614-1B93BEA48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8FE75D-00BA-491A-85AB-C3B5D2DD0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8403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FCCA8-C1D1-45D9-8633-008202873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99FFA5-6E79-4A2C-AF28-A2E276B18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0750B1-5496-43A8-B265-CD8FCC591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7920D61-AF6F-4CDE-A1DC-6EA90A71E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6164C16-34F7-490A-B6C3-EA64A097F7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EDE1047-1A3E-4FD3-88CC-A8DEF7519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B3B830C-1C8E-4445-8F2C-94A46E28F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31E08D2-D325-408A-8E6C-A19FC6E94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5055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7E76A7-B066-493A-8AB8-8F907B222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4C752FF-BF41-45D3-917B-4FEE71372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8EB5785-C01C-4C8B-A3D1-3325D2796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3FEF03-92AE-4DE0-91D5-D22A59F6E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6868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DE1FC8-A819-48D8-9B1D-899C4ECD6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ACE839-03FD-454D-BC85-58C118D09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DD70E7-E3C6-4EDC-8F1E-6C5555533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2303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2ED6F3-0AD4-4018-A4B8-13022ABF0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E4B653-4FC4-4668-9A01-D93AF8874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FC0404-53C8-4797-90E4-4C131F77A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DB7C940-D6DB-4592-96D5-A9E01D357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2E5B63-7A97-4FEE-9635-C0DC9BC84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D4D715-FDE9-4CE7-BF8D-794459FB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8194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7DC74-2FE8-47F3-9421-8DD9B3655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54BC065-CACD-425F-ADC6-7F8FD66738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CE21F18-47DA-4C53-84BB-B5CC1EDA6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F05A81-1DBC-4385-86F2-533269F78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BBD246-0F46-4969-9A11-0FA42467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0B561A-ABB9-4572-B20A-D595D5E2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7433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224022-FD73-4F95-BA49-4D76189E2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35F18A4-65A2-46A8-A45A-6F7A1776F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FA03D7-7940-4E48-98D3-CECD9FD46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7F2D36-5CF8-4625-AB5B-36D057885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53AA2D-1B2C-4B92-BFE4-26DF8F527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2251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8030E1-F86A-49CD-8675-4410ED506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C20EC78-AA3F-454B-BF36-D0A74988F2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134F8F-3D90-4551-B3F3-9C8529B78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67C7D4-27E2-4A9A-82C8-7F6BED7D6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8BA547-6315-4407-ACE6-A24C7E4D8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4973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576E4DC-4737-43C3-917C-308BA8427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1F29C4-0A04-4E66-9139-7660018BA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C13598-9CA5-43CF-A0FD-60014EB7E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6E046-AD4B-4D56-A2D3-B35EE1370063}" type="datetimeFigureOut">
              <a:rPr lang="es-ES" smtClean="0"/>
              <a:t>20/03/2020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A297FF-1115-491A-BD6F-6F632B90F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62FBEA-F9AB-4FF3-9EFB-ACA04BEC87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4ECB3-644F-4AF1-AF2F-7EA53C2636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2454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13" Type="http://schemas.openxmlformats.org/officeDocument/2006/relationships/diagramLayout" Target="../diagrams/layout7.xml"/><Relationship Id="rId18" Type="http://schemas.openxmlformats.org/officeDocument/2006/relationships/diagramLayout" Target="../diagrams/layout8.xml"/><Relationship Id="rId3" Type="http://schemas.openxmlformats.org/officeDocument/2006/relationships/diagramLayout" Target="../diagrams/layout5.xml"/><Relationship Id="rId21" Type="http://schemas.microsoft.com/office/2007/relationships/diagramDrawing" Target="../diagrams/drawing8.xml"/><Relationship Id="rId7" Type="http://schemas.openxmlformats.org/officeDocument/2006/relationships/diagramData" Target="../diagrams/data6.xml"/><Relationship Id="rId12" Type="http://schemas.openxmlformats.org/officeDocument/2006/relationships/diagramData" Target="../diagrams/data7.xml"/><Relationship Id="rId17" Type="http://schemas.openxmlformats.org/officeDocument/2006/relationships/diagramData" Target="../diagrams/data8.xml"/><Relationship Id="rId2" Type="http://schemas.openxmlformats.org/officeDocument/2006/relationships/diagramData" Target="../diagrams/data5.xml"/><Relationship Id="rId16" Type="http://schemas.microsoft.com/office/2007/relationships/diagramDrawing" Target="../diagrams/drawing7.xml"/><Relationship Id="rId20" Type="http://schemas.openxmlformats.org/officeDocument/2006/relationships/diagramColors" Target="../diagrams/colors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5" Type="http://schemas.openxmlformats.org/officeDocument/2006/relationships/diagramColors" Target="../diagrams/colors7.xml"/><Relationship Id="rId10" Type="http://schemas.openxmlformats.org/officeDocument/2006/relationships/diagramColors" Target="../diagrams/colors6.xml"/><Relationship Id="rId19" Type="http://schemas.openxmlformats.org/officeDocument/2006/relationships/diagramQuickStyle" Target="../diagrams/quickStyle8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Relationship Id="rId1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13" Type="http://schemas.openxmlformats.org/officeDocument/2006/relationships/diagramLayout" Target="../diagrams/layout11.xml"/><Relationship Id="rId18" Type="http://schemas.openxmlformats.org/officeDocument/2006/relationships/diagramLayout" Target="../diagrams/layout12.xml"/><Relationship Id="rId3" Type="http://schemas.openxmlformats.org/officeDocument/2006/relationships/diagramLayout" Target="../diagrams/layout9.xml"/><Relationship Id="rId21" Type="http://schemas.microsoft.com/office/2007/relationships/diagramDrawing" Target="../diagrams/drawing12.xml"/><Relationship Id="rId7" Type="http://schemas.openxmlformats.org/officeDocument/2006/relationships/diagramData" Target="../diagrams/data10.xml"/><Relationship Id="rId12" Type="http://schemas.openxmlformats.org/officeDocument/2006/relationships/diagramData" Target="../diagrams/data11.xml"/><Relationship Id="rId17" Type="http://schemas.openxmlformats.org/officeDocument/2006/relationships/diagramData" Target="../diagrams/data12.xml"/><Relationship Id="rId2" Type="http://schemas.openxmlformats.org/officeDocument/2006/relationships/diagramData" Target="../diagrams/data9.xml"/><Relationship Id="rId16" Type="http://schemas.microsoft.com/office/2007/relationships/diagramDrawing" Target="../diagrams/drawing11.xml"/><Relationship Id="rId20" Type="http://schemas.openxmlformats.org/officeDocument/2006/relationships/diagramColors" Target="../diagrams/colors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5" Type="http://schemas.openxmlformats.org/officeDocument/2006/relationships/diagramColors" Target="../diagrams/colors11.xml"/><Relationship Id="rId10" Type="http://schemas.openxmlformats.org/officeDocument/2006/relationships/diagramColors" Target="../diagrams/colors10.xml"/><Relationship Id="rId19" Type="http://schemas.openxmlformats.org/officeDocument/2006/relationships/diagramQuickStyle" Target="../diagrams/quickStyle12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Relationship Id="rId1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5445C6-DD42-4979-86FF-03730E8C6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ABE724-5F72-4DA9-8927-C606C4E29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40037"/>
          </a:xfrm>
        </p:spPr>
        <p:txBody>
          <a:bodyPr>
            <a:normAutofit/>
          </a:bodyPr>
          <a:lstStyle/>
          <a:p>
            <a:r>
              <a:rPr lang="es-ES" sz="5800" dirty="0"/>
              <a:t>TPT: TRANSPORTE PARA TODOS</a:t>
            </a:r>
            <a:br>
              <a:rPr lang="es-ES" sz="5800" dirty="0"/>
            </a:br>
            <a:endParaRPr lang="es-ES" sz="5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D82E78-E694-4868-A9FF-339EF2631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6436"/>
            <a:ext cx="9144000" cy="1600818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Javier Martín Gómez</a:t>
            </a:r>
          </a:p>
          <a:p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Mario Adán Herrero</a:t>
            </a:r>
          </a:p>
          <a:p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Alberto González Martínez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000665-DFC7-417E-8FD7-516A0F15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6413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ED176-48ED-41F8-8E44-24C4C9C2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28" y="627564"/>
            <a:ext cx="7474172" cy="1325563"/>
          </a:xfrm>
        </p:spPr>
        <p:txBody>
          <a:bodyPr>
            <a:normAutofit/>
          </a:bodyPr>
          <a:lstStyle/>
          <a:p>
            <a:r>
              <a:rPr lang="es-ES" dirty="0"/>
              <a:t>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06A1D4-BA9F-432E-9FE3-5818AA4E4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429" y="2278173"/>
            <a:ext cx="6467867" cy="345061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/>
              <a:t>En este apartado diferenciamos dos tipos de objetivos:</a:t>
            </a:r>
          </a:p>
          <a:p>
            <a:pPr marL="0" indent="0">
              <a:buNone/>
            </a:pPr>
            <a:endParaRPr lang="es-ES" sz="2400"/>
          </a:p>
          <a:p>
            <a:pPr marL="814388"/>
            <a:r>
              <a:rPr lang="es-ES" sz="2400"/>
              <a:t>los objetivos principales que la empresa quiere conseguir</a:t>
            </a:r>
          </a:p>
          <a:p>
            <a:pPr marL="814388"/>
            <a:endParaRPr lang="es-ES" sz="2400"/>
          </a:p>
          <a:p>
            <a:pPr marL="814388"/>
            <a:r>
              <a:rPr lang="es-ES" sz="2400"/>
              <a:t>los secundarios los cuales la empresa querría conseguir.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5400" y="2358913"/>
            <a:ext cx="2140172" cy="2140172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597EF37-BFA2-4253-A41D-33FB25089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3987" y="2857501"/>
            <a:ext cx="1142998" cy="114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978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E8FC56-EE3D-4101-9564-4E7B4D945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Objetivos principales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8655CB9-3F73-413F-9E2B-85EDBF2F1A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5094384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3051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F3C1AE-1EBD-4DF5-A7E0-80B798247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Objetivos secundarios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8F68B0F-B7B0-4517-9674-F6C36C4E39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5013033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981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6BAD4F-B74E-4B20-B152-6921DB079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DESCRIPCION DE PROCESOS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6BC2DE0-54B9-4BA6-8B99-90224D8D76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6741902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2211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2E445B3-A95E-49F5-B671-2D6CB6F013CD}"/>
              </a:ext>
            </a:extLst>
          </p:cNvPr>
          <p:cNvSpPr txBox="1"/>
          <p:nvPr/>
        </p:nvSpPr>
        <p:spPr>
          <a:xfrm>
            <a:off x="684213" y="684213"/>
            <a:ext cx="6886575" cy="272415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s-ES" sz="2800" u="sng" dirty="0"/>
              <a:t>ESTUDIO DEL SISTEMA A DESARROLLAR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800" dirty="0"/>
              <a:t>Se estudiará a fondo el sistema a desarrollar, estudiando el mercado actual y las diferentes aplicaciones de transporte público actuales.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D3D1596-361C-4C6B-A33B-DF77B180C9D8}"/>
              </a:ext>
            </a:extLst>
          </p:cNvPr>
          <p:cNvSpPr txBox="1"/>
          <p:nvPr/>
        </p:nvSpPr>
        <p:spPr>
          <a:xfrm>
            <a:off x="684213" y="3490913"/>
            <a:ext cx="5994400" cy="268287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s-ES" sz="2800" u="sng"/>
              <a:t>REQUISITOS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800"/>
              <a:t>Se establecerán los requisitos necesarios. Se divide en definición de requisitos, análisis de requisitos y especificación de requisitos.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A40F950-EEE5-4A54-AEDF-4B457FBFB0B7}"/>
              </a:ext>
            </a:extLst>
          </p:cNvPr>
          <p:cNvSpPr txBox="1"/>
          <p:nvPr/>
        </p:nvSpPr>
        <p:spPr>
          <a:xfrm>
            <a:off x="7653338" y="684213"/>
            <a:ext cx="3852863" cy="272415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s-ES" sz="2800" u="sng" dirty="0"/>
              <a:t>DISEÑO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800" dirty="0"/>
              <a:t>Se establecerá el diseño arquitectónico y el de interfaz. Se divide en estas dos </a:t>
            </a:r>
            <a:r>
              <a:rPr lang="es-ES" sz="2800" dirty="0" err="1"/>
              <a:t>subfases</a:t>
            </a:r>
            <a:r>
              <a:rPr lang="es-ES" sz="2800" dirty="0"/>
              <a:t>.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732E010-A615-4A50-A5F3-381C8DFEA532}"/>
              </a:ext>
            </a:extLst>
          </p:cNvPr>
          <p:cNvSpPr txBox="1"/>
          <p:nvPr/>
        </p:nvSpPr>
        <p:spPr>
          <a:xfrm>
            <a:off x="6761163" y="3490913"/>
            <a:ext cx="4746625" cy="268287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2800" u="sng"/>
              <a:t>DESARROLLO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800"/>
              <a:t>Se desarrollará todo el software de la aplicación. Se divide en codificación y depuración y documentación.</a:t>
            </a:r>
          </a:p>
        </p:txBody>
      </p:sp>
    </p:spTree>
    <p:extLst>
      <p:ext uri="{BB962C8B-B14F-4D97-AF65-F5344CB8AC3E}">
        <p14:creationId xmlns:p14="http://schemas.microsoft.com/office/powerpoint/2010/main" val="3822281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6EB6BC5-97F5-4CC4-853E-9C2990CF8456}"/>
              </a:ext>
            </a:extLst>
          </p:cNvPr>
          <p:cNvSpPr txBox="1"/>
          <p:nvPr/>
        </p:nvSpPr>
        <p:spPr>
          <a:xfrm>
            <a:off x="5254625" y="3424238"/>
            <a:ext cx="6896100" cy="339883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s-ES" sz="2800" u="sng"/>
              <a:t>REUNION SEMANAL</a:t>
            </a:r>
          </a:p>
          <a:p>
            <a:pPr marL="342900" indent="-3429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800"/>
              <a:t>Los lunes de cada semana se realizará una reunión de una hora a la que asistirán todos los trabajadores para hablar sobre la situación actual del proyecto.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7BCB794-41AD-4C7C-A995-1FCFC145ED7A}"/>
              </a:ext>
            </a:extLst>
          </p:cNvPr>
          <p:cNvSpPr txBox="1"/>
          <p:nvPr/>
        </p:nvSpPr>
        <p:spPr>
          <a:xfrm>
            <a:off x="41275" y="47625"/>
            <a:ext cx="5675313" cy="329406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s-ES" sz="2800" u="sng"/>
              <a:t>PRUEBAS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800"/>
              <a:t>Los encargados de realizar las diferentes pruebas para comprobar el correcto funcionamiento del sistema Instalación del software.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A9DDC73-1C84-461F-9CF4-45E4EE168ED1}"/>
              </a:ext>
            </a:extLst>
          </p:cNvPr>
          <p:cNvSpPr txBox="1"/>
          <p:nvPr/>
        </p:nvSpPr>
        <p:spPr>
          <a:xfrm>
            <a:off x="5799138" y="47625"/>
            <a:ext cx="6351588" cy="329406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s-ES" sz="2800" u="sng"/>
              <a:t>LANZAMIENTO DEL SISTEMA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800"/>
              <a:t>Los encargados de realizar las diferentes pruebas para comprobar el correcto funcionamiento del sistema Instalación del software.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3772A63-022E-400E-825C-327BF009123C}"/>
              </a:ext>
            </a:extLst>
          </p:cNvPr>
          <p:cNvSpPr txBox="1"/>
          <p:nvPr/>
        </p:nvSpPr>
        <p:spPr>
          <a:xfrm>
            <a:off x="41275" y="3424238"/>
            <a:ext cx="5130800" cy="339883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s-ES" sz="2800" u="sng"/>
              <a:t>INSTALACION DEL SOFTWARE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800"/>
              <a:t>Se evalúa el software, se corrigen los errores y se añaden pequeñas mejoras en la medida de lo posible.</a:t>
            </a:r>
          </a:p>
        </p:txBody>
      </p:sp>
    </p:spTree>
    <p:extLst>
      <p:ext uri="{BB962C8B-B14F-4D97-AF65-F5344CB8AC3E}">
        <p14:creationId xmlns:p14="http://schemas.microsoft.com/office/powerpoint/2010/main" val="4281778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3BAF1561-20C4-41FD-A35F-BF2B9E727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529466" y="996722"/>
            <a:ext cx="5923488" cy="4864556"/>
          </a:xfrm>
          <a:prstGeom prst="round2SameRect">
            <a:avLst>
              <a:gd name="adj1" fmla="val 3762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839DC788-B140-4F3E-A91E-CB3E70ED9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57200" y="1050468"/>
            <a:ext cx="5609397" cy="4757058"/>
          </a:xfrm>
          <a:prstGeom prst="round2SameRect">
            <a:avLst>
              <a:gd name="adj1" fmla="val 2061"/>
              <a:gd name="adj2" fmla="val 0"/>
            </a:avLst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163126-A5B1-43B6-865A-AEA9BB4B8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981091"/>
            <a:ext cx="4092951" cy="1624457"/>
          </a:xfrm>
        </p:spPr>
        <p:txBody>
          <a:bodyPr>
            <a:normAutofit/>
          </a:bodyPr>
          <a:lstStyle/>
          <a:p>
            <a:r>
              <a:rPr lang="es-ES" sz="3600">
                <a:solidFill>
                  <a:schemeClr val="bg1"/>
                </a:solidFill>
              </a:rPr>
              <a:t>ESTRUCTURAS HUMANAS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18D930-0EEE-448F-ABF1-2AA3C83DA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071" y="2705800"/>
            <a:ext cx="1597456" cy="0"/>
          </a:xfrm>
          <a:prstGeom prst="line">
            <a:avLst/>
          </a:prstGeom>
          <a:ln w="508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6071C2-CC3A-4E1D-8AD2-AD5C376C3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733" y="2834809"/>
            <a:ext cx="4092951" cy="304209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" sz="2000">
                <a:solidFill>
                  <a:schemeClr val="bg1"/>
                </a:solidFill>
              </a:rPr>
              <a:t>El personal que trabajará en el proyecto será: un jefe de proyecto, un programador jefe, tres programadores y dos encargados de pruebas. </a:t>
            </a:r>
          </a:p>
          <a:p>
            <a:pPr marL="0" indent="0">
              <a:buNone/>
            </a:pPr>
            <a:r>
              <a:rPr lang="es-ES" sz="2000">
                <a:solidFill>
                  <a:schemeClr val="bg1"/>
                </a:solidFill>
              </a:rPr>
              <a:t>Metodología que se seguirá será Scrum, el cual se combinará con Kanban. </a:t>
            </a:r>
          </a:p>
          <a:p>
            <a:pPr marL="0" indent="0">
              <a:buNone/>
            </a:pPr>
            <a:endParaRPr lang="es-ES" sz="200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9FE1C92-9EB5-4253-BFCC-A695BBD74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1992987"/>
            <a:ext cx="6542117" cy="271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09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Top Corners Rounded 13">
            <a:extLst>
              <a:ext uri="{FF2B5EF4-FFF2-40B4-BE49-F238E27FC236}">
                <a16:creationId xmlns:a16="http://schemas.microsoft.com/office/drawing/2014/main" id="{3BAF1561-20C4-41FD-A35F-BF2B9E727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529466" y="996722"/>
            <a:ext cx="5923488" cy="4864556"/>
          </a:xfrm>
          <a:prstGeom prst="round2SameRect">
            <a:avLst>
              <a:gd name="adj1" fmla="val 3762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: Top Corners Rounded 15">
            <a:extLst>
              <a:ext uri="{FF2B5EF4-FFF2-40B4-BE49-F238E27FC236}">
                <a16:creationId xmlns:a16="http://schemas.microsoft.com/office/drawing/2014/main" id="{839DC788-B140-4F3E-A91E-CB3E70ED9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57200" y="1050468"/>
            <a:ext cx="5609397" cy="4757058"/>
          </a:xfrm>
          <a:prstGeom prst="round2SameRect">
            <a:avLst>
              <a:gd name="adj1" fmla="val 2061"/>
              <a:gd name="adj2" fmla="val 0"/>
            </a:avLst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B5CFA7-A752-4812-8C4E-3CC0606AC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981091"/>
            <a:ext cx="4092951" cy="1624457"/>
          </a:xfrm>
        </p:spPr>
        <p:txBody>
          <a:bodyPr>
            <a:normAutofit/>
          </a:bodyPr>
          <a:lstStyle/>
          <a:p>
            <a:r>
              <a:rPr lang="es-ES" sz="3600">
                <a:solidFill>
                  <a:schemeClr val="bg1"/>
                </a:solidFill>
              </a:rPr>
              <a:t>ESTRUCTURAS TECNICAS</a:t>
            </a:r>
          </a:p>
        </p:txBody>
      </p:sp>
      <p:cxnSp>
        <p:nvCxnSpPr>
          <p:cNvPr id="24" name="Straight Connector 17">
            <a:extLst>
              <a:ext uri="{FF2B5EF4-FFF2-40B4-BE49-F238E27FC236}">
                <a16:creationId xmlns:a16="http://schemas.microsoft.com/office/drawing/2014/main" id="{FC18D930-0EEE-448F-ABF1-2AA3C83DA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071" y="2705800"/>
            <a:ext cx="1597456" cy="0"/>
          </a:xfrm>
          <a:prstGeom prst="line">
            <a:avLst/>
          </a:prstGeom>
          <a:ln w="508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E226FF-A458-4AF0-B975-763164025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733" y="2834809"/>
            <a:ext cx="4092951" cy="304209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" sz="2000">
                <a:solidFill>
                  <a:schemeClr val="bg1"/>
                </a:solidFill>
              </a:rPr>
              <a:t>Los usuarios se conectarán a un servidor que recibirá y guardará información en tiempo real.</a:t>
            </a:r>
          </a:p>
          <a:p>
            <a:pPr marL="0" indent="0">
              <a:buNone/>
            </a:pPr>
            <a:endParaRPr lang="es-ES" sz="200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50A6DDF-7393-412C-A08D-E2604D7F7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2025698"/>
            <a:ext cx="6542117" cy="264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206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848566-AEB3-45FA-8190-FC8DAB6D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7400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s-ES" sz="2600">
                <a:solidFill>
                  <a:srgbClr val="FFFFFF"/>
                </a:solidFill>
              </a:rPr>
              <a:t>ESTIMACION DE FASES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0B309A6-1B7C-4B30-93D4-5FEBB0CCF2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1986" y="1320758"/>
            <a:ext cx="3568528" cy="435051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E070E62-1E2E-4221-9F36-415C6FD44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100" y="1320758"/>
            <a:ext cx="4133678" cy="448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294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6D8FBD-958D-47DD-B500-6B00124AA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0080"/>
            <a:ext cx="3096427" cy="5613236"/>
          </a:xfrm>
        </p:spPr>
        <p:txBody>
          <a:bodyPr anchor="ctr">
            <a:normAutofit/>
          </a:bodyPr>
          <a:lstStyle/>
          <a:p>
            <a:r>
              <a:rPr lang="es-ES" sz="3400">
                <a:solidFill>
                  <a:srgbClr val="FFFFFF"/>
                </a:solidFill>
              </a:rPr>
              <a:t>PLANIFICACION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00B335-862E-40CB-AE46-B601180DC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818" y="640082"/>
            <a:ext cx="6848715" cy="248488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000"/>
              <a:t>Empieza el 10 de febrero de 2020 y tiene una fecha estimada de finalización el 19 de enero de 2021.</a:t>
            </a:r>
          </a:p>
          <a:p>
            <a:pPr marL="0" indent="0">
              <a:buNone/>
            </a:pPr>
            <a:r>
              <a:rPr lang="es-ES" sz="2000"/>
              <a:t>El horario de personal es de 9:00 a 19:00 con 2 horas para comer, jornada de lunes a viernes, excepto casos y fechas excepcionales: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324EB4C-8B0F-4EB5-BF95-AC7B49C3E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7" y="3321836"/>
            <a:ext cx="6894236" cy="115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600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7E2C53-DC17-4BDC-A60B-C519A5415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ENTREGABLES</a:t>
            </a:r>
          </a:p>
        </p:txBody>
      </p:sp>
      <p:graphicFrame>
        <p:nvGraphicFramePr>
          <p:cNvPr id="13" name="Marcador de contenido 2">
            <a:extLst>
              <a:ext uri="{FF2B5EF4-FFF2-40B4-BE49-F238E27FC236}">
                <a16:creationId xmlns:a16="http://schemas.microsoft.com/office/drawing/2014/main" id="{F7CCD0E4-29D6-4449-B707-A8DD19CE5A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0161455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1897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9D4AF881-2A4C-4C00-A066-56597B8DE2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3209860"/>
              </p:ext>
            </p:extLst>
          </p:nvPr>
        </p:nvGraphicFramePr>
        <p:xfrm>
          <a:off x="838200" y="3200062"/>
          <a:ext cx="5246624" cy="3815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E5699E8D-6B79-415F-BDBC-FB6766E74D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8627887"/>
              </p:ext>
            </p:extLst>
          </p:nvPr>
        </p:nvGraphicFramePr>
        <p:xfrm>
          <a:off x="849376" y="1292183"/>
          <a:ext cx="5246624" cy="3815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34399FA6-C2FC-455C-827D-600939DA41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3123608"/>
              </p:ext>
            </p:extLst>
          </p:nvPr>
        </p:nvGraphicFramePr>
        <p:xfrm>
          <a:off x="6380480" y="1292183"/>
          <a:ext cx="5246624" cy="3815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13" name="Título 1">
            <a:extLst>
              <a:ext uri="{FF2B5EF4-FFF2-40B4-BE49-F238E27FC236}">
                <a16:creationId xmlns:a16="http://schemas.microsoft.com/office/drawing/2014/main" id="{677AA615-4592-428D-93FC-25D04019D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 dirty="0"/>
              <a:t>ENTREGABLES</a:t>
            </a:r>
          </a:p>
        </p:txBody>
      </p: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B33EA82C-EBB8-48F5-B90A-8CB7D963AF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1143881"/>
              </p:ext>
            </p:extLst>
          </p:nvPr>
        </p:nvGraphicFramePr>
        <p:xfrm>
          <a:off x="6380480" y="3200062"/>
          <a:ext cx="5246624" cy="3815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</p:spTree>
    <p:extLst>
      <p:ext uri="{BB962C8B-B14F-4D97-AF65-F5344CB8AC3E}">
        <p14:creationId xmlns:p14="http://schemas.microsoft.com/office/powerpoint/2010/main" val="1367468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A62DC-0299-487D-8601-D7E038154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ENTREGABLES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151201DE-9F10-4301-8346-0204C026C0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2027183"/>
              </p:ext>
            </p:extLst>
          </p:nvPr>
        </p:nvGraphicFramePr>
        <p:xfrm>
          <a:off x="838200" y="1027906"/>
          <a:ext cx="5246624" cy="3815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1176DC72-07DF-4B26-BE3F-8D33AE2333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4366732"/>
              </p:ext>
            </p:extLst>
          </p:nvPr>
        </p:nvGraphicFramePr>
        <p:xfrm>
          <a:off x="860554" y="3207172"/>
          <a:ext cx="5246624" cy="3815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4266BCA6-EA1D-49FC-AC06-EC9A18F1E3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0291324"/>
              </p:ext>
            </p:extLst>
          </p:nvPr>
        </p:nvGraphicFramePr>
        <p:xfrm>
          <a:off x="6585712" y="1027906"/>
          <a:ext cx="5246624" cy="3815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CBC5E56F-17FD-4774-A8A4-1706996606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9250077"/>
              </p:ext>
            </p:extLst>
          </p:nvPr>
        </p:nvGraphicFramePr>
        <p:xfrm>
          <a:off x="6608067" y="3207172"/>
          <a:ext cx="5246624" cy="3815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</p:spTree>
    <p:extLst>
      <p:ext uri="{BB962C8B-B14F-4D97-AF65-F5344CB8AC3E}">
        <p14:creationId xmlns:p14="http://schemas.microsoft.com/office/powerpoint/2010/main" val="1232674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1A9901-8655-495C-AE7D-A40A0DE3C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>
                <a:solidFill>
                  <a:srgbClr val="FFFFFF"/>
                </a:solidFill>
              </a:rPr>
              <a:t>WBS Y OBS</a:t>
            </a:r>
          </a:p>
        </p:txBody>
      </p:sp>
      <p:cxnSp>
        <p:nvCxnSpPr>
          <p:cNvPr id="43" name="Straight Connector 12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041A0A3-8E16-4C4E-8399-F623AFC033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3326"/>
          <a:stretch/>
        </p:blipFill>
        <p:spPr>
          <a:xfrm>
            <a:off x="331567" y="2581623"/>
            <a:ext cx="5455917" cy="3688027"/>
          </a:xfrm>
          <a:prstGeom prst="rect">
            <a:avLst/>
          </a:prstGeom>
        </p:spPr>
      </p:pic>
      <p:cxnSp>
        <p:nvCxnSpPr>
          <p:cNvPr id="44" name="Straight Connector 14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Marcador de contenido 4">
            <a:extLst>
              <a:ext uri="{FF2B5EF4-FFF2-40B4-BE49-F238E27FC236}">
                <a16:creationId xmlns:a16="http://schemas.microsoft.com/office/drawing/2014/main" id="{5709DB2C-AE1A-4075-9E0C-F4E05CEF6D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725"/>
          <a:stretch/>
        </p:blipFill>
        <p:spPr>
          <a:xfrm>
            <a:off x="6582443" y="2426818"/>
            <a:ext cx="5181176" cy="399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785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238D8-1070-48DF-9613-BA86146CF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CARGAS DE TRABAJO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12E67-AC40-468E-8DB5-A9EF91AEC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A continuación, se mostrarán las diferentes tablas con la carga de trabajo de cada uno de los empleados en las distintas fases del proyecto.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Siendo 9851 horas la carga total de este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B6345E3-5721-4375-B3B0-C5D5590D8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303" y="3770670"/>
            <a:ext cx="7157292" cy="35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802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4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1191" y="0"/>
            <a:ext cx="6100799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9048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B7D4A7-FC6A-449E-8E0E-6B2D58146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498" y="655783"/>
            <a:ext cx="4284418" cy="14483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CARGAS DE TRABAJO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BBE8A6CF-4C03-4EE9-8017-65911121F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212" y="637763"/>
            <a:ext cx="3960246" cy="14664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500"/>
              <a:t>Aquí vemos las horas trabajadas por cada uno de los empleados en las distintas fases: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6212" y="43498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210FB2B-DB6B-4A23-8051-9CCD2CADEB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05" r="1" b="1236"/>
          <a:stretch/>
        </p:blipFill>
        <p:spPr>
          <a:xfrm>
            <a:off x="1155559" y="2265037"/>
            <a:ext cx="9889790" cy="394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940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D8BC2C-0335-4A67-A9F3-8F7462EF8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DURACION Y COSTE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BDD0CE-06A4-404B-8A13-580229C1C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41750"/>
            <a:ext cx="12192000" cy="4716250"/>
          </a:xfrm>
          <a:prstGeom prst="rect">
            <a:avLst/>
          </a:prstGeom>
          <a:solidFill>
            <a:srgbClr val="4D45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26">
            <a:extLst>
              <a:ext uri="{FF2B5EF4-FFF2-40B4-BE49-F238E27FC236}">
                <a16:creationId xmlns:a16="http://schemas.microsoft.com/office/drawing/2014/main" id="{EE9899FA-8881-472C-AA59-D08A89CA8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4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09DC2472-B169-4563-9146-95DA67616C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41956"/>
          <a:stretch/>
        </p:blipFill>
        <p:spPr>
          <a:xfrm>
            <a:off x="639148" y="3187699"/>
            <a:ext cx="4974336" cy="2510477"/>
          </a:xfrm>
          <a:prstGeom prst="rect">
            <a:avLst/>
          </a:prstGeom>
        </p:spPr>
      </p:pic>
      <p:sp>
        <p:nvSpPr>
          <p:cNvPr id="14" name="Rounded Rectangle 16">
            <a:extLst>
              <a:ext uri="{FF2B5EF4-FFF2-40B4-BE49-F238E27FC236}">
                <a16:creationId xmlns:a16="http://schemas.microsoft.com/office/drawing/2014/main" id="{080B7D90-3DF1-4514-B26D-616BE3555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4749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FDF3300-0373-41BC-AB73-BB5EBACE07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785"/>
          <a:stretch/>
        </p:blipFill>
        <p:spPr>
          <a:xfrm>
            <a:off x="6411465" y="3187700"/>
            <a:ext cx="5300135" cy="258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3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41EDB8-E6F2-4330-A4D4-6BE8C4F86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es-ES" sz="2600">
                <a:solidFill>
                  <a:srgbClr val="FFFFFF"/>
                </a:solidFill>
              </a:rPr>
              <a:t>HITOS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483AEA3-5991-48DC-949D-D1880563A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220" y="2422948"/>
            <a:ext cx="6035096" cy="3091146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85BBDF-A1B3-4505-977E-BCE8EDC3C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2220" y="1339241"/>
            <a:ext cx="7188199" cy="12920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800" dirty="0"/>
              <a:t>Los hitos que hemos marcado proceden a tareas terminadas, estos hitos son los siguientes:</a:t>
            </a:r>
          </a:p>
          <a:p>
            <a:pPr marL="0" indent="0">
              <a:buNone/>
            </a:pPr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3102355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03C78-94CB-440B-8E3E-11988EAE9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/>
              <a:t>TAREAS CRITICAS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53F967-1D65-4372-A740-78C323F56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ES"/>
              <a:t>En Project han sido marcadas como tareas críticas las siguientes: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872EAAC-F150-490A-866A-4918F241B8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4700"/>
          <a:stretch/>
        </p:blipFill>
        <p:spPr>
          <a:xfrm>
            <a:off x="1064875" y="2510991"/>
            <a:ext cx="4829849" cy="344531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05EC648-9E64-448D-8905-7E62F9FE2C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504"/>
          <a:stretch/>
        </p:blipFill>
        <p:spPr>
          <a:xfrm>
            <a:off x="6286848" y="2547144"/>
            <a:ext cx="5066952" cy="290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194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3BAF1561-20C4-41FD-A35F-BF2B9E727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529466" y="996722"/>
            <a:ext cx="5923488" cy="4864556"/>
          </a:xfrm>
          <a:prstGeom prst="round2SameRect">
            <a:avLst>
              <a:gd name="adj1" fmla="val 3762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839DC788-B140-4F3E-A91E-CB3E70ED9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57200" y="1050468"/>
            <a:ext cx="5609397" cy="4757058"/>
          </a:xfrm>
          <a:prstGeom prst="round2SameRect">
            <a:avLst>
              <a:gd name="adj1" fmla="val 2061"/>
              <a:gd name="adj2" fmla="val 0"/>
            </a:avLst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FD7869-192A-4EB6-9100-AA63E984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981091"/>
            <a:ext cx="4092951" cy="1624457"/>
          </a:xfrm>
        </p:spPr>
        <p:txBody>
          <a:bodyPr>
            <a:normAutofit/>
          </a:bodyPr>
          <a:lstStyle/>
          <a:p>
            <a:r>
              <a:rPr lang="es-ES" sz="3600">
                <a:solidFill>
                  <a:schemeClr val="bg1"/>
                </a:solidFill>
              </a:rPr>
              <a:t>DIAGRAMA PERT / CPM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18D930-0EEE-448F-ABF1-2AA3C83DA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071" y="2705800"/>
            <a:ext cx="1597456" cy="0"/>
          </a:xfrm>
          <a:prstGeom prst="line">
            <a:avLst/>
          </a:prstGeom>
          <a:ln w="508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AB224F-F632-400D-8F0F-77D4C65C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733" y="2834809"/>
            <a:ext cx="4092951" cy="304209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" sz="2000">
                <a:solidFill>
                  <a:schemeClr val="bg1"/>
                </a:solidFill>
              </a:rPr>
              <a:t>En la siguiente imagen se muestra el Diagrama de Pert, con las tareas críticas marcadas en rojo:</a:t>
            </a:r>
          </a:p>
          <a:p>
            <a:pPr marL="0" indent="0">
              <a:buNone/>
            </a:pPr>
            <a:endParaRPr lang="es-ES" sz="200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48FADDC-50C3-4653-9739-AA572A3BCD4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761" y="1992986"/>
            <a:ext cx="6698123" cy="284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72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1D7179B-FF7C-482F-B3D9-2BE9ED1139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10300" cy="6858000"/>
          </a:xfrm>
          <a:custGeom>
            <a:avLst/>
            <a:gdLst>
              <a:gd name="connsiteX0" fmla="*/ 0 w 6210300"/>
              <a:gd name="connsiteY0" fmla="*/ 0 h 6858000"/>
              <a:gd name="connsiteX1" fmla="*/ 2628900 w 6210300"/>
              <a:gd name="connsiteY1" fmla="*/ 0 h 6858000"/>
              <a:gd name="connsiteX2" fmla="*/ 3034146 w 6210300"/>
              <a:gd name="connsiteY2" fmla="*/ 0 h 6858000"/>
              <a:gd name="connsiteX3" fmla="*/ 6210300 w 6210300"/>
              <a:gd name="connsiteY3" fmla="*/ 6858000 h 6858000"/>
              <a:gd name="connsiteX4" fmla="*/ 2628900 w 6210300"/>
              <a:gd name="connsiteY4" fmla="*/ 6858000 h 6858000"/>
              <a:gd name="connsiteX5" fmla="*/ 0 w 621030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10300" h="6858000">
                <a:moveTo>
                  <a:pt x="0" y="0"/>
                </a:moveTo>
                <a:lnTo>
                  <a:pt x="2628900" y="0"/>
                </a:lnTo>
                <a:lnTo>
                  <a:pt x="3034146" y="0"/>
                </a:lnTo>
                <a:lnTo>
                  <a:pt x="6210300" y="6858000"/>
                </a:lnTo>
                <a:lnTo>
                  <a:pt x="26289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D14870-6426-4A74-84DD-8B620913A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002" y="365125"/>
            <a:ext cx="3973667" cy="5811837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E89F2-2234-41F5-BB3E-766FF3844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6927" y="365125"/>
            <a:ext cx="5996871" cy="5811837"/>
          </a:xfrm>
        </p:spPr>
        <p:txBody>
          <a:bodyPr anchor="ctr">
            <a:normAutofit/>
          </a:bodyPr>
          <a:lstStyle/>
          <a:p>
            <a:r>
              <a:rPr lang="es-ES" sz="2000">
                <a:solidFill>
                  <a:srgbClr val="FFFFFF"/>
                </a:solidFill>
              </a:rPr>
              <a:t>Como hemos podido comprobar, este proyecto se puede considerar viable, ya que se estudia el mercado a fondo y, con el sistema a desarrollar, se intentan mejorar las aplicaciones actuales. </a:t>
            </a:r>
          </a:p>
          <a:p>
            <a:r>
              <a:rPr lang="es-ES" sz="2000">
                <a:solidFill>
                  <a:srgbClr val="FFFFFF"/>
                </a:solidFill>
              </a:rPr>
              <a:t>El proyecto cuenta con una serie de profesionales que facilitarán el desarrollo del mismo de la forma óptima, por lo tanto lo más seguro es que el proyecto sea exitoso.</a:t>
            </a:r>
          </a:p>
        </p:txBody>
      </p:sp>
    </p:spTree>
    <p:extLst>
      <p:ext uri="{BB962C8B-B14F-4D97-AF65-F5344CB8AC3E}">
        <p14:creationId xmlns:p14="http://schemas.microsoft.com/office/powerpoint/2010/main" val="22897645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762</Words>
  <Application>Microsoft Office PowerPoint</Application>
  <PresentationFormat>Panorámica</PresentationFormat>
  <Paragraphs>105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Tema de Office</vt:lpstr>
      <vt:lpstr>TPT: TRANSPORTE PARA TODOS </vt:lpstr>
      <vt:lpstr>OBJETIVOS</vt:lpstr>
      <vt:lpstr>Objetivos principales</vt:lpstr>
      <vt:lpstr>Objetivos secundarios</vt:lpstr>
      <vt:lpstr>DESCRIPCION DE PROCESOS</vt:lpstr>
      <vt:lpstr>Presentación de PowerPoint</vt:lpstr>
      <vt:lpstr>Presentación de PowerPoint</vt:lpstr>
      <vt:lpstr>ESTRUCTURAS HUMANAS</vt:lpstr>
      <vt:lpstr>ESTRUCTURAS TECNICAS</vt:lpstr>
      <vt:lpstr>ESTIMACION DE FASES</vt:lpstr>
      <vt:lpstr>PLANIFICACION DEL PROYECTO</vt:lpstr>
      <vt:lpstr>ENTREGABLES</vt:lpstr>
      <vt:lpstr>ENTREGABLES</vt:lpstr>
      <vt:lpstr>ENTREGABLES</vt:lpstr>
      <vt:lpstr>WBS Y OBS</vt:lpstr>
      <vt:lpstr>CARGAS DE TRABAJO</vt:lpstr>
      <vt:lpstr>CARGAS DE TRABAJO</vt:lpstr>
      <vt:lpstr>DURACION Y COSTE</vt:lpstr>
      <vt:lpstr>HITOS</vt:lpstr>
      <vt:lpstr>TAREAS CRITICAS</vt:lpstr>
      <vt:lpstr>DIAGRAMA PERT / CPM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TPT: TRANSPORTE PARA TODOS </dc:title>
  <dc:creator>Javier Martin</dc:creator>
  <cp:lastModifiedBy>Javier Martin</cp:lastModifiedBy>
  <cp:revision>1</cp:revision>
  <dcterms:created xsi:type="dcterms:W3CDTF">2020-03-20T13:39:29Z</dcterms:created>
  <dcterms:modified xsi:type="dcterms:W3CDTF">2020-03-20T13:39:37Z</dcterms:modified>
</cp:coreProperties>
</file>